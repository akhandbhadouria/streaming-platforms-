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5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45"/>
    <p:restoredTop sz="94667"/>
  </p:normalViewPr>
  <p:slideViewPr>
    <p:cSldViewPr snapToGrid="0">
      <p:cViewPr varScale="1">
        <p:scale>
          <a:sx n="120" d="100"/>
          <a:sy n="120" d="100"/>
        </p:scale>
        <p:origin x="184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10" Type="http://schemas.openxmlformats.org/officeDocument/2006/relationships/image" Target="../media/image13.svg"/><Relationship Id="rId4" Type="http://schemas.openxmlformats.org/officeDocument/2006/relationships/image" Target="../media/image7.svg"/><Relationship Id="rId9" Type="http://schemas.openxmlformats.org/officeDocument/2006/relationships/image" Target="../media/image12.pn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17.sv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sv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23.svg"/><Relationship Id="rId1" Type="http://schemas.openxmlformats.org/officeDocument/2006/relationships/image" Target="../media/image22.png"/><Relationship Id="rId6" Type="http://schemas.openxmlformats.org/officeDocument/2006/relationships/image" Target="../media/image27.svg"/><Relationship Id="rId5" Type="http://schemas.openxmlformats.org/officeDocument/2006/relationships/image" Target="../media/image26.png"/><Relationship Id="rId10" Type="http://schemas.openxmlformats.org/officeDocument/2006/relationships/image" Target="../media/image31.svg"/><Relationship Id="rId4" Type="http://schemas.openxmlformats.org/officeDocument/2006/relationships/image" Target="../media/image25.svg"/><Relationship Id="rId9" Type="http://schemas.openxmlformats.org/officeDocument/2006/relationships/image" Target="../media/image30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10" Type="http://schemas.openxmlformats.org/officeDocument/2006/relationships/image" Target="../media/image13.svg"/><Relationship Id="rId4" Type="http://schemas.openxmlformats.org/officeDocument/2006/relationships/image" Target="../media/image7.svg"/><Relationship Id="rId9" Type="http://schemas.openxmlformats.org/officeDocument/2006/relationships/image" Target="../media/image12.pn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17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sv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23.svg"/><Relationship Id="rId1" Type="http://schemas.openxmlformats.org/officeDocument/2006/relationships/image" Target="../media/image22.png"/><Relationship Id="rId6" Type="http://schemas.openxmlformats.org/officeDocument/2006/relationships/image" Target="../media/image27.svg"/><Relationship Id="rId5" Type="http://schemas.openxmlformats.org/officeDocument/2006/relationships/image" Target="../media/image26.png"/><Relationship Id="rId10" Type="http://schemas.openxmlformats.org/officeDocument/2006/relationships/image" Target="../media/image31.svg"/><Relationship Id="rId4" Type="http://schemas.openxmlformats.org/officeDocument/2006/relationships/image" Target="../media/image25.svg"/><Relationship Id="rId9" Type="http://schemas.openxmlformats.org/officeDocument/2006/relationships/image" Target="../media/image30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2E9E22D-221F-4465-9DDA-2CAF337FCC69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E4F3E617-1D21-47F3-B074-A0C38CE3750B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b="1"/>
            <a:t>Aura Platform</a:t>
          </a:r>
          <a:r>
            <a:rPr lang="en-IN"/>
            <a:t> is a full-stack movie streaming web application built using </a:t>
          </a:r>
          <a:r>
            <a:rPr lang="en-IN" b="1"/>
            <a:t>Django 4.2.7 (Python)</a:t>
          </a:r>
          <a:r>
            <a:rPr lang="en-IN"/>
            <a:t>. The platform provides users with a modern Netflix-inspired interface to browse, search, watch trailers, create watchlists, and rate movies.</a:t>
          </a:r>
          <a:endParaRPr lang="en-US" dirty="0"/>
        </a:p>
      </dgm:t>
    </dgm:pt>
    <dgm:pt modelId="{0610597D-959A-4C62-809E-B7DD5FDFFCDD}" type="parTrans" cxnId="{C4AAC1F9-C518-4157-8E66-8F3A60A6CFBC}">
      <dgm:prSet/>
      <dgm:spPr/>
      <dgm:t>
        <a:bodyPr/>
        <a:lstStyle/>
        <a:p>
          <a:endParaRPr lang="en-US"/>
        </a:p>
      </dgm:t>
    </dgm:pt>
    <dgm:pt modelId="{0DA49058-16A1-49F5-8A18-1C923B9E3E53}" type="sibTrans" cxnId="{C4AAC1F9-C518-4157-8E66-8F3A60A6CFBC}">
      <dgm:prSet/>
      <dgm:spPr/>
      <dgm:t>
        <a:bodyPr/>
        <a:lstStyle/>
        <a:p>
          <a:endParaRPr lang="en-US"/>
        </a:p>
      </dgm:t>
    </dgm:pt>
    <dgm:pt modelId="{5ADB1723-2117-4C1F-BD9F-EE71AA39E4B4}">
      <dgm:prSet/>
      <dgm:spPr/>
      <dgm:t>
        <a:bodyPr/>
        <a:lstStyle/>
        <a:p>
          <a:pPr>
            <a:lnSpc>
              <a:spcPct val="100000"/>
            </a:lnSpc>
          </a:pPr>
          <a:r>
            <a:rPr lang="en-IN"/>
            <a:t>The system integrates with:</a:t>
          </a:r>
          <a:endParaRPr lang="en-US"/>
        </a:p>
      </dgm:t>
    </dgm:pt>
    <dgm:pt modelId="{58C5F60A-6B2B-4569-A3F4-4E6F281A94B8}" type="parTrans" cxnId="{E0B401E7-BB33-43B0-82E5-5AA9B57ED14F}">
      <dgm:prSet/>
      <dgm:spPr/>
      <dgm:t>
        <a:bodyPr/>
        <a:lstStyle/>
        <a:p>
          <a:endParaRPr lang="en-US"/>
        </a:p>
      </dgm:t>
    </dgm:pt>
    <dgm:pt modelId="{89C00AEA-81D8-42F9-B1E4-306E42F8FA1C}" type="sibTrans" cxnId="{E0B401E7-BB33-43B0-82E5-5AA9B57ED14F}">
      <dgm:prSet/>
      <dgm:spPr/>
      <dgm:t>
        <a:bodyPr/>
        <a:lstStyle/>
        <a:p>
          <a:endParaRPr lang="en-US"/>
        </a:p>
      </dgm:t>
    </dgm:pt>
    <dgm:pt modelId="{4D639A58-36F9-444C-ABAB-7FCB8BE308CB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b="1"/>
            <a:t>TMDB API (v3)</a:t>
          </a:r>
          <a:r>
            <a:rPr lang="en-IN"/>
            <a:t> – Real-time movie metadata</a:t>
          </a:r>
          <a:endParaRPr lang="en-US"/>
        </a:p>
      </dgm:t>
    </dgm:pt>
    <dgm:pt modelId="{C8550A7C-81CE-4148-858F-8DA6717F9336}" type="parTrans" cxnId="{884308AC-6384-416E-A519-5C3FD27343BB}">
      <dgm:prSet/>
      <dgm:spPr/>
      <dgm:t>
        <a:bodyPr/>
        <a:lstStyle/>
        <a:p>
          <a:endParaRPr lang="en-US"/>
        </a:p>
      </dgm:t>
    </dgm:pt>
    <dgm:pt modelId="{10126B99-1D1D-4332-AFEB-FAEDA1C88FCB}" type="sibTrans" cxnId="{884308AC-6384-416E-A519-5C3FD27343BB}">
      <dgm:prSet/>
      <dgm:spPr/>
      <dgm:t>
        <a:bodyPr/>
        <a:lstStyle/>
        <a:p>
          <a:endParaRPr lang="en-US"/>
        </a:p>
      </dgm:t>
    </dgm:pt>
    <dgm:pt modelId="{996557CF-8F23-43F3-A993-2F6B716CD953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b="1"/>
            <a:t>YouTube Data API v3</a:t>
          </a:r>
          <a:r>
            <a:rPr lang="en-IN"/>
            <a:t> – Trailer embedding &amp; validation</a:t>
          </a:r>
          <a:endParaRPr lang="en-US"/>
        </a:p>
      </dgm:t>
    </dgm:pt>
    <dgm:pt modelId="{06D9839D-DF43-4EDB-9379-2CCAA250A388}" type="parTrans" cxnId="{CA3E0B69-91EC-482B-9E87-493528483A64}">
      <dgm:prSet/>
      <dgm:spPr/>
      <dgm:t>
        <a:bodyPr/>
        <a:lstStyle/>
        <a:p>
          <a:endParaRPr lang="en-US"/>
        </a:p>
      </dgm:t>
    </dgm:pt>
    <dgm:pt modelId="{13A673EE-7989-4AF6-8145-E5915BC3C506}" type="sibTrans" cxnId="{CA3E0B69-91EC-482B-9E87-493528483A64}">
      <dgm:prSet/>
      <dgm:spPr/>
      <dgm:t>
        <a:bodyPr/>
        <a:lstStyle/>
        <a:p>
          <a:endParaRPr lang="en-US"/>
        </a:p>
      </dgm:t>
    </dgm:pt>
    <dgm:pt modelId="{E37928E6-A57C-4E3A-8F4E-3B130B428A09}">
      <dgm:prSet/>
      <dgm:spPr/>
      <dgm:t>
        <a:bodyPr/>
        <a:lstStyle/>
        <a:p>
          <a:pPr>
            <a:lnSpc>
              <a:spcPct val="100000"/>
            </a:lnSpc>
          </a:pPr>
          <a:r>
            <a:rPr lang="en-IN"/>
            <a:t>In addition to user-facing features, the platform includes a </a:t>
          </a:r>
          <a:r>
            <a:rPr lang="en-IN" b="1"/>
            <a:t>Supervisor Portal</a:t>
          </a:r>
          <a:r>
            <a:rPr lang="en-IN"/>
            <a:t> that provides analytics dashboards, traffic monitoring, and content moderation capabilities.</a:t>
          </a:r>
          <a:endParaRPr lang="en-US"/>
        </a:p>
      </dgm:t>
    </dgm:pt>
    <dgm:pt modelId="{05FE52EB-9760-473B-9417-5A5332499790}" type="parTrans" cxnId="{03930CEF-1341-48B5-93DB-58C201D9643F}">
      <dgm:prSet/>
      <dgm:spPr/>
      <dgm:t>
        <a:bodyPr/>
        <a:lstStyle/>
        <a:p>
          <a:endParaRPr lang="en-US"/>
        </a:p>
      </dgm:t>
    </dgm:pt>
    <dgm:pt modelId="{E5CBB9C6-07B5-490B-99D9-CDBF1FF3A1C6}" type="sibTrans" cxnId="{03930CEF-1341-48B5-93DB-58C201D9643F}">
      <dgm:prSet/>
      <dgm:spPr/>
      <dgm:t>
        <a:bodyPr/>
        <a:lstStyle/>
        <a:p>
          <a:endParaRPr lang="en-US"/>
        </a:p>
      </dgm:t>
    </dgm:pt>
    <dgm:pt modelId="{5AA688CF-A95B-4EFF-A8C3-3FB86BF7FDAD}" type="pres">
      <dgm:prSet presAssocID="{92E9E22D-221F-4465-9DDA-2CAF337FCC69}" presName="root" presStyleCnt="0">
        <dgm:presLayoutVars>
          <dgm:dir/>
          <dgm:resizeHandles val="exact"/>
        </dgm:presLayoutVars>
      </dgm:prSet>
      <dgm:spPr/>
    </dgm:pt>
    <dgm:pt modelId="{6CEFC8D6-974C-48C5-AD6C-202B35681C1B}" type="pres">
      <dgm:prSet presAssocID="{E4F3E617-1D21-47F3-B074-A0C38CE3750B}" presName="compNode" presStyleCnt="0"/>
      <dgm:spPr/>
    </dgm:pt>
    <dgm:pt modelId="{ABCA5836-3E9A-435F-A963-93EE726BE60B}" type="pres">
      <dgm:prSet presAssocID="{E4F3E617-1D21-47F3-B074-A0C38CE3750B}" presName="bgRect" presStyleLbl="bgShp" presStyleIdx="0" presStyleCnt="5" custLinFactNeighborX="90" custLinFactNeighborY="15548"/>
      <dgm:spPr/>
    </dgm:pt>
    <dgm:pt modelId="{D620570B-C209-4B5B-A3FB-53AB884A7B11}" type="pres">
      <dgm:prSet presAssocID="{E4F3E617-1D21-47F3-B074-A0C38CE3750B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usic"/>
        </a:ext>
      </dgm:extLst>
    </dgm:pt>
    <dgm:pt modelId="{DFB7F88E-748D-406C-A5E8-AF034A5BD542}" type="pres">
      <dgm:prSet presAssocID="{E4F3E617-1D21-47F3-B074-A0C38CE3750B}" presName="spaceRect" presStyleCnt="0"/>
      <dgm:spPr/>
    </dgm:pt>
    <dgm:pt modelId="{5CB4363D-A59E-4C2B-8D3A-29BCC796F086}" type="pres">
      <dgm:prSet presAssocID="{E4F3E617-1D21-47F3-B074-A0C38CE3750B}" presName="parTx" presStyleLbl="revTx" presStyleIdx="0" presStyleCnt="5">
        <dgm:presLayoutVars>
          <dgm:chMax val="0"/>
          <dgm:chPref val="0"/>
        </dgm:presLayoutVars>
      </dgm:prSet>
      <dgm:spPr/>
    </dgm:pt>
    <dgm:pt modelId="{4018564B-45DF-4A1C-B890-EFDC516918EE}" type="pres">
      <dgm:prSet presAssocID="{0DA49058-16A1-49F5-8A18-1C923B9E3E53}" presName="sibTrans" presStyleCnt="0"/>
      <dgm:spPr/>
    </dgm:pt>
    <dgm:pt modelId="{76E0B703-08EC-4A2B-AF17-735EF1AEB109}" type="pres">
      <dgm:prSet presAssocID="{5ADB1723-2117-4C1F-BD9F-EE71AA39E4B4}" presName="compNode" presStyleCnt="0"/>
      <dgm:spPr/>
    </dgm:pt>
    <dgm:pt modelId="{E2B5ABDF-9BF4-4F52-82B3-C42A1A7711A2}" type="pres">
      <dgm:prSet presAssocID="{5ADB1723-2117-4C1F-BD9F-EE71AA39E4B4}" presName="bgRect" presStyleLbl="bgShp" presStyleIdx="1" presStyleCnt="5"/>
      <dgm:spPr/>
    </dgm:pt>
    <dgm:pt modelId="{1D788E6E-ADEE-4BE5-B63E-B01B075707B4}" type="pres">
      <dgm:prSet presAssocID="{5ADB1723-2117-4C1F-BD9F-EE71AA39E4B4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etwork Diagram"/>
        </a:ext>
      </dgm:extLst>
    </dgm:pt>
    <dgm:pt modelId="{8CF03D8F-79E1-44C6-A9A0-1DA5E06D9608}" type="pres">
      <dgm:prSet presAssocID="{5ADB1723-2117-4C1F-BD9F-EE71AA39E4B4}" presName="spaceRect" presStyleCnt="0"/>
      <dgm:spPr/>
    </dgm:pt>
    <dgm:pt modelId="{7F24F5AE-CC3F-44BC-86F7-40D6943313FC}" type="pres">
      <dgm:prSet presAssocID="{5ADB1723-2117-4C1F-BD9F-EE71AA39E4B4}" presName="parTx" presStyleLbl="revTx" presStyleIdx="1" presStyleCnt="5">
        <dgm:presLayoutVars>
          <dgm:chMax val="0"/>
          <dgm:chPref val="0"/>
        </dgm:presLayoutVars>
      </dgm:prSet>
      <dgm:spPr/>
    </dgm:pt>
    <dgm:pt modelId="{0773B279-FD8E-42DA-BAE6-AF2B23190CFB}" type="pres">
      <dgm:prSet presAssocID="{89C00AEA-81D8-42F9-B1E4-306E42F8FA1C}" presName="sibTrans" presStyleCnt="0"/>
      <dgm:spPr/>
    </dgm:pt>
    <dgm:pt modelId="{63CB7802-2196-4BB5-8182-BDCDF7944ABF}" type="pres">
      <dgm:prSet presAssocID="{4D639A58-36F9-444C-ABAB-7FCB8BE308CB}" presName="compNode" presStyleCnt="0"/>
      <dgm:spPr/>
    </dgm:pt>
    <dgm:pt modelId="{5F035425-B2D8-4D0A-8320-6597737FD41B}" type="pres">
      <dgm:prSet presAssocID="{4D639A58-36F9-444C-ABAB-7FCB8BE308CB}" presName="bgRect" presStyleLbl="bgShp" presStyleIdx="2" presStyleCnt="5"/>
      <dgm:spPr/>
    </dgm:pt>
    <dgm:pt modelId="{AA44F72E-8515-44CA-BE5F-0A6F323B41C2}" type="pres">
      <dgm:prSet presAssocID="{4D639A58-36F9-444C-ABAB-7FCB8BE308CB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F2D58347-D564-4018-A74E-612B24DE6C99}" type="pres">
      <dgm:prSet presAssocID="{4D639A58-36F9-444C-ABAB-7FCB8BE308CB}" presName="spaceRect" presStyleCnt="0"/>
      <dgm:spPr/>
    </dgm:pt>
    <dgm:pt modelId="{A7A03151-095F-4796-BB7B-527FF3D7F788}" type="pres">
      <dgm:prSet presAssocID="{4D639A58-36F9-444C-ABAB-7FCB8BE308CB}" presName="parTx" presStyleLbl="revTx" presStyleIdx="2" presStyleCnt="5">
        <dgm:presLayoutVars>
          <dgm:chMax val="0"/>
          <dgm:chPref val="0"/>
        </dgm:presLayoutVars>
      </dgm:prSet>
      <dgm:spPr/>
    </dgm:pt>
    <dgm:pt modelId="{082EB31C-3DED-422E-AAFE-FB978178272A}" type="pres">
      <dgm:prSet presAssocID="{10126B99-1D1D-4332-AFEB-FAEDA1C88FCB}" presName="sibTrans" presStyleCnt="0"/>
      <dgm:spPr/>
    </dgm:pt>
    <dgm:pt modelId="{BF9FD7FE-4F61-4925-B0D5-0A153B34DC20}" type="pres">
      <dgm:prSet presAssocID="{996557CF-8F23-43F3-A993-2F6B716CD953}" presName="compNode" presStyleCnt="0"/>
      <dgm:spPr/>
    </dgm:pt>
    <dgm:pt modelId="{502E8A95-9E9B-49CD-864D-4E7DBE70D18E}" type="pres">
      <dgm:prSet presAssocID="{996557CF-8F23-43F3-A993-2F6B716CD953}" presName="bgRect" presStyleLbl="bgShp" presStyleIdx="3" presStyleCnt="5"/>
      <dgm:spPr/>
    </dgm:pt>
    <dgm:pt modelId="{30D33503-E496-4505-A9B2-6C43AF8E7026}" type="pres">
      <dgm:prSet presAssocID="{996557CF-8F23-43F3-A993-2F6B716CD953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cam"/>
        </a:ext>
      </dgm:extLst>
    </dgm:pt>
    <dgm:pt modelId="{D5AB8083-FFA5-4601-8C7C-6131E0FF326F}" type="pres">
      <dgm:prSet presAssocID="{996557CF-8F23-43F3-A993-2F6B716CD953}" presName="spaceRect" presStyleCnt="0"/>
      <dgm:spPr/>
    </dgm:pt>
    <dgm:pt modelId="{14431586-2F38-47F1-A01B-D13350508EE0}" type="pres">
      <dgm:prSet presAssocID="{996557CF-8F23-43F3-A993-2F6B716CD953}" presName="parTx" presStyleLbl="revTx" presStyleIdx="3" presStyleCnt="5">
        <dgm:presLayoutVars>
          <dgm:chMax val="0"/>
          <dgm:chPref val="0"/>
        </dgm:presLayoutVars>
      </dgm:prSet>
      <dgm:spPr/>
    </dgm:pt>
    <dgm:pt modelId="{EA3987C9-62CF-4FF8-9F83-A14E5AD50808}" type="pres">
      <dgm:prSet presAssocID="{13A673EE-7989-4AF6-8145-E5915BC3C506}" presName="sibTrans" presStyleCnt="0"/>
      <dgm:spPr/>
    </dgm:pt>
    <dgm:pt modelId="{41650D49-BDC3-4463-A5D7-B0102180925F}" type="pres">
      <dgm:prSet presAssocID="{E37928E6-A57C-4E3A-8F4E-3B130B428A09}" presName="compNode" presStyleCnt="0"/>
      <dgm:spPr/>
    </dgm:pt>
    <dgm:pt modelId="{41EB6353-ACAB-4706-AF37-37CAA13EF169}" type="pres">
      <dgm:prSet presAssocID="{E37928E6-A57C-4E3A-8F4E-3B130B428A09}" presName="bgRect" presStyleLbl="bgShp" presStyleIdx="4" presStyleCnt="5"/>
      <dgm:spPr/>
    </dgm:pt>
    <dgm:pt modelId="{486655A9-B4A2-4E07-BB64-0B5A33573D15}" type="pres">
      <dgm:prSet presAssocID="{E37928E6-A57C-4E3A-8F4E-3B130B428A09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auge"/>
        </a:ext>
      </dgm:extLst>
    </dgm:pt>
    <dgm:pt modelId="{685D2C91-4C3D-42A3-B541-6A44287F978B}" type="pres">
      <dgm:prSet presAssocID="{E37928E6-A57C-4E3A-8F4E-3B130B428A09}" presName="spaceRect" presStyleCnt="0"/>
      <dgm:spPr/>
    </dgm:pt>
    <dgm:pt modelId="{3FA00BB3-88DB-4EAE-8B25-E96629B680B6}" type="pres">
      <dgm:prSet presAssocID="{E37928E6-A57C-4E3A-8F4E-3B130B428A09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609EC21A-4D24-1B4D-9E93-D763A369EE55}" type="presOf" srcId="{92E9E22D-221F-4465-9DDA-2CAF337FCC69}" destId="{5AA688CF-A95B-4EFF-A8C3-3FB86BF7FDAD}" srcOrd="0" destOrd="0" presId="urn:microsoft.com/office/officeart/2018/2/layout/IconVerticalSolidList"/>
    <dgm:cxn modelId="{876AAE2D-DC46-D343-A4B1-18B63C998430}" type="presOf" srcId="{E37928E6-A57C-4E3A-8F4E-3B130B428A09}" destId="{3FA00BB3-88DB-4EAE-8B25-E96629B680B6}" srcOrd="0" destOrd="0" presId="urn:microsoft.com/office/officeart/2018/2/layout/IconVerticalSolidList"/>
    <dgm:cxn modelId="{E604C13D-B2F9-5048-95C6-05BE13E6F20A}" type="presOf" srcId="{4D639A58-36F9-444C-ABAB-7FCB8BE308CB}" destId="{A7A03151-095F-4796-BB7B-527FF3D7F788}" srcOrd="0" destOrd="0" presId="urn:microsoft.com/office/officeart/2018/2/layout/IconVerticalSolidList"/>
    <dgm:cxn modelId="{CA3E0B69-91EC-482B-9E87-493528483A64}" srcId="{92E9E22D-221F-4465-9DDA-2CAF337FCC69}" destId="{996557CF-8F23-43F3-A993-2F6B716CD953}" srcOrd="3" destOrd="0" parTransId="{06D9839D-DF43-4EDB-9379-2CCAA250A388}" sibTransId="{13A673EE-7989-4AF6-8145-E5915BC3C506}"/>
    <dgm:cxn modelId="{69F6BF73-5989-1B4C-8519-3544E9A78FB7}" type="presOf" srcId="{996557CF-8F23-43F3-A993-2F6B716CD953}" destId="{14431586-2F38-47F1-A01B-D13350508EE0}" srcOrd="0" destOrd="0" presId="urn:microsoft.com/office/officeart/2018/2/layout/IconVerticalSolidList"/>
    <dgm:cxn modelId="{884308AC-6384-416E-A519-5C3FD27343BB}" srcId="{92E9E22D-221F-4465-9DDA-2CAF337FCC69}" destId="{4D639A58-36F9-444C-ABAB-7FCB8BE308CB}" srcOrd="2" destOrd="0" parTransId="{C8550A7C-81CE-4148-858F-8DA6717F9336}" sibTransId="{10126B99-1D1D-4332-AFEB-FAEDA1C88FCB}"/>
    <dgm:cxn modelId="{89BF38C5-4505-9445-8BD3-6F56C9FA3776}" type="presOf" srcId="{5ADB1723-2117-4C1F-BD9F-EE71AA39E4B4}" destId="{7F24F5AE-CC3F-44BC-86F7-40D6943313FC}" srcOrd="0" destOrd="0" presId="urn:microsoft.com/office/officeart/2018/2/layout/IconVerticalSolidList"/>
    <dgm:cxn modelId="{E0B401E7-BB33-43B0-82E5-5AA9B57ED14F}" srcId="{92E9E22D-221F-4465-9DDA-2CAF337FCC69}" destId="{5ADB1723-2117-4C1F-BD9F-EE71AA39E4B4}" srcOrd="1" destOrd="0" parTransId="{58C5F60A-6B2B-4569-A3F4-4E6F281A94B8}" sibTransId="{89C00AEA-81D8-42F9-B1E4-306E42F8FA1C}"/>
    <dgm:cxn modelId="{EBF552E7-595F-BA4F-93E6-8CE0043D4687}" type="presOf" srcId="{E4F3E617-1D21-47F3-B074-A0C38CE3750B}" destId="{5CB4363D-A59E-4C2B-8D3A-29BCC796F086}" srcOrd="0" destOrd="0" presId="urn:microsoft.com/office/officeart/2018/2/layout/IconVerticalSolidList"/>
    <dgm:cxn modelId="{03930CEF-1341-48B5-93DB-58C201D9643F}" srcId="{92E9E22D-221F-4465-9DDA-2CAF337FCC69}" destId="{E37928E6-A57C-4E3A-8F4E-3B130B428A09}" srcOrd="4" destOrd="0" parTransId="{05FE52EB-9760-473B-9417-5A5332499790}" sibTransId="{E5CBB9C6-07B5-490B-99D9-CDBF1FF3A1C6}"/>
    <dgm:cxn modelId="{C4AAC1F9-C518-4157-8E66-8F3A60A6CFBC}" srcId="{92E9E22D-221F-4465-9DDA-2CAF337FCC69}" destId="{E4F3E617-1D21-47F3-B074-A0C38CE3750B}" srcOrd="0" destOrd="0" parTransId="{0610597D-959A-4C62-809E-B7DD5FDFFCDD}" sibTransId="{0DA49058-16A1-49F5-8A18-1C923B9E3E53}"/>
    <dgm:cxn modelId="{2C30B2AC-2B3E-8D41-B76C-B9C8321276DC}" type="presParOf" srcId="{5AA688CF-A95B-4EFF-A8C3-3FB86BF7FDAD}" destId="{6CEFC8D6-974C-48C5-AD6C-202B35681C1B}" srcOrd="0" destOrd="0" presId="urn:microsoft.com/office/officeart/2018/2/layout/IconVerticalSolidList"/>
    <dgm:cxn modelId="{8EA4D2B4-5F8B-1846-A872-D6B4A54D76C0}" type="presParOf" srcId="{6CEFC8D6-974C-48C5-AD6C-202B35681C1B}" destId="{ABCA5836-3E9A-435F-A963-93EE726BE60B}" srcOrd="0" destOrd="0" presId="urn:microsoft.com/office/officeart/2018/2/layout/IconVerticalSolidList"/>
    <dgm:cxn modelId="{37F73A2E-5996-4945-AC70-EAA8862B8C48}" type="presParOf" srcId="{6CEFC8D6-974C-48C5-AD6C-202B35681C1B}" destId="{D620570B-C209-4B5B-A3FB-53AB884A7B11}" srcOrd="1" destOrd="0" presId="urn:microsoft.com/office/officeart/2018/2/layout/IconVerticalSolidList"/>
    <dgm:cxn modelId="{13746BAF-9570-814D-B5C2-8562F9C5740D}" type="presParOf" srcId="{6CEFC8D6-974C-48C5-AD6C-202B35681C1B}" destId="{DFB7F88E-748D-406C-A5E8-AF034A5BD542}" srcOrd="2" destOrd="0" presId="urn:microsoft.com/office/officeart/2018/2/layout/IconVerticalSolidList"/>
    <dgm:cxn modelId="{C9EA7087-7187-544C-99D9-E0A68D870D02}" type="presParOf" srcId="{6CEFC8D6-974C-48C5-AD6C-202B35681C1B}" destId="{5CB4363D-A59E-4C2B-8D3A-29BCC796F086}" srcOrd="3" destOrd="0" presId="urn:microsoft.com/office/officeart/2018/2/layout/IconVerticalSolidList"/>
    <dgm:cxn modelId="{CAFE2B83-A0D8-AE41-825B-D37BF5F2B806}" type="presParOf" srcId="{5AA688CF-A95B-4EFF-A8C3-3FB86BF7FDAD}" destId="{4018564B-45DF-4A1C-B890-EFDC516918EE}" srcOrd="1" destOrd="0" presId="urn:microsoft.com/office/officeart/2018/2/layout/IconVerticalSolidList"/>
    <dgm:cxn modelId="{C8004C32-D645-C34F-99A3-612E2644EDA8}" type="presParOf" srcId="{5AA688CF-A95B-4EFF-A8C3-3FB86BF7FDAD}" destId="{76E0B703-08EC-4A2B-AF17-735EF1AEB109}" srcOrd="2" destOrd="0" presId="urn:microsoft.com/office/officeart/2018/2/layout/IconVerticalSolidList"/>
    <dgm:cxn modelId="{A579C511-FAD5-2F48-BD43-FB7EA3FCFC8B}" type="presParOf" srcId="{76E0B703-08EC-4A2B-AF17-735EF1AEB109}" destId="{E2B5ABDF-9BF4-4F52-82B3-C42A1A7711A2}" srcOrd="0" destOrd="0" presId="urn:microsoft.com/office/officeart/2018/2/layout/IconVerticalSolidList"/>
    <dgm:cxn modelId="{D6EF56CC-7239-A844-B359-DC1931909D0A}" type="presParOf" srcId="{76E0B703-08EC-4A2B-AF17-735EF1AEB109}" destId="{1D788E6E-ADEE-4BE5-B63E-B01B075707B4}" srcOrd="1" destOrd="0" presId="urn:microsoft.com/office/officeart/2018/2/layout/IconVerticalSolidList"/>
    <dgm:cxn modelId="{296C0F07-3FAB-1545-854A-D37F92185EEB}" type="presParOf" srcId="{76E0B703-08EC-4A2B-AF17-735EF1AEB109}" destId="{8CF03D8F-79E1-44C6-A9A0-1DA5E06D9608}" srcOrd="2" destOrd="0" presId="urn:microsoft.com/office/officeart/2018/2/layout/IconVerticalSolidList"/>
    <dgm:cxn modelId="{217BC5A7-C0BC-FD49-A91F-DA91035979A3}" type="presParOf" srcId="{76E0B703-08EC-4A2B-AF17-735EF1AEB109}" destId="{7F24F5AE-CC3F-44BC-86F7-40D6943313FC}" srcOrd="3" destOrd="0" presId="urn:microsoft.com/office/officeart/2018/2/layout/IconVerticalSolidList"/>
    <dgm:cxn modelId="{5D41CC20-5288-4842-A793-A9FCF662BB77}" type="presParOf" srcId="{5AA688CF-A95B-4EFF-A8C3-3FB86BF7FDAD}" destId="{0773B279-FD8E-42DA-BAE6-AF2B23190CFB}" srcOrd="3" destOrd="0" presId="urn:microsoft.com/office/officeart/2018/2/layout/IconVerticalSolidList"/>
    <dgm:cxn modelId="{E84A8DA2-84F3-8A44-BEF0-9843895CCF5D}" type="presParOf" srcId="{5AA688CF-A95B-4EFF-A8C3-3FB86BF7FDAD}" destId="{63CB7802-2196-4BB5-8182-BDCDF7944ABF}" srcOrd="4" destOrd="0" presId="urn:microsoft.com/office/officeart/2018/2/layout/IconVerticalSolidList"/>
    <dgm:cxn modelId="{20EC8417-A91C-1D46-AEBF-5F29F514D2C5}" type="presParOf" srcId="{63CB7802-2196-4BB5-8182-BDCDF7944ABF}" destId="{5F035425-B2D8-4D0A-8320-6597737FD41B}" srcOrd="0" destOrd="0" presId="urn:microsoft.com/office/officeart/2018/2/layout/IconVerticalSolidList"/>
    <dgm:cxn modelId="{C8163D40-13E3-AC4A-9554-11A4E1937FDA}" type="presParOf" srcId="{63CB7802-2196-4BB5-8182-BDCDF7944ABF}" destId="{AA44F72E-8515-44CA-BE5F-0A6F323B41C2}" srcOrd="1" destOrd="0" presId="urn:microsoft.com/office/officeart/2018/2/layout/IconVerticalSolidList"/>
    <dgm:cxn modelId="{BAFEDEAF-BC7F-7E48-9441-18D331D938A4}" type="presParOf" srcId="{63CB7802-2196-4BB5-8182-BDCDF7944ABF}" destId="{F2D58347-D564-4018-A74E-612B24DE6C99}" srcOrd="2" destOrd="0" presId="urn:microsoft.com/office/officeart/2018/2/layout/IconVerticalSolidList"/>
    <dgm:cxn modelId="{91FEAE39-BA46-B04C-9EB1-4602D50D0084}" type="presParOf" srcId="{63CB7802-2196-4BB5-8182-BDCDF7944ABF}" destId="{A7A03151-095F-4796-BB7B-527FF3D7F788}" srcOrd="3" destOrd="0" presId="urn:microsoft.com/office/officeart/2018/2/layout/IconVerticalSolidList"/>
    <dgm:cxn modelId="{3E0336A2-ECCE-7544-B363-9443C69923B4}" type="presParOf" srcId="{5AA688CF-A95B-4EFF-A8C3-3FB86BF7FDAD}" destId="{082EB31C-3DED-422E-AAFE-FB978178272A}" srcOrd="5" destOrd="0" presId="urn:microsoft.com/office/officeart/2018/2/layout/IconVerticalSolidList"/>
    <dgm:cxn modelId="{B94DB0E2-1AD7-9444-8A9D-B4BFF1AA75E7}" type="presParOf" srcId="{5AA688CF-A95B-4EFF-A8C3-3FB86BF7FDAD}" destId="{BF9FD7FE-4F61-4925-B0D5-0A153B34DC20}" srcOrd="6" destOrd="0" presId="urn:microsoft.com/office/officeart/2018/2/layout/IconVerticalSolidList"/>
    <dgm:cxn modelId="{75329DBC-816B-BE4A-9730-96B539E2AF3C}" type="presParOf" srcId="{BF9FD7FE-4F61-4925-B0D5-0A153B34DC20}" destId="{502E8A95-9E9B-49CD-864D-4E7DBE70D18E}" srcOrd="0" destOrd="0" presId="urn:microsoft.com/office/officeart/2018/2/layout/IconVerticalSolidList"/>
    <dgm:cxn modelId="{DC8A269B-3E5C-3144-88BA-8C9D6A88C653}" type="presParOf" srcId="{BF9FD7FE-4F61-4925-B0D5-0A153B34DC20}" destId="{30D33503-E496-4505-A9B2-6C43AF8E7026}" srcOrd="1" destOrd="0" presId="urn:microsoft.com/office/officeart/2018/2/layout/IconVerticalSolidList"/>
    <dgm:cxn modelId="{D54A6BFA-E17C-354C-98A3-AA81FCCFC58D}" type="presParOf" srcId="{BF9FD7FE-4F61-4925-B0D5-0A153B34DC20}" destId="{D5AB8083-FFA5-4601-8C7C-6131E0FF326F}" srcOrd="2" destOrd="0" presId="urn:microsoft.com/office/officeart/2018/2/layout/IconVerticalSolidList"/>
    <dgm:cxn modelId="{8561A552-8130-E045-B91C-8452C0A1C9EE}" type="presParOf" srcId="{BF9FD7FE-4F61-4925-B0D5-0A153B34DC20}" destId="{14431586-2F38-47F1-A01B-D13350508EE0}" srcOrd="3" destOrd="0" presId="urn:microsoft.com/office/officeart/2018/2/layout/IconVerticalSolidList"/>
    <dgm:cxn modelId="{D29C3D11-5AB9-9C48-85F3-57C07B52C897}" type="presParOf" srcId="{5AA688CF-A95B-4EFF-A8C3-3FB86BF7FDAD}" destId="{EA3987C9-62CF-4FF8-9F83-A14E5AD50808}" srcOrd="7" destOrd="0" presId="urn:microsoft.com/office/officeart/2018/2/layout/IconVerticalSolidList"/>
    <dgm:cxn modelId="{9C467D00-5A43-A941-AD33-D95A1C48E282}" type="presParOf" srcId="{5AA688CF-A95B-4EFF-A8C3-3FB86BF7FDAD}" destId="{41650D49-BDC3-4463-A5D7-B0102180925F}" srcOrd="8" destOrd="0" presId="urn:microsoft.com/office/officeart/2018/2/layout/IconVerticalSolidList"/>
    <dgm:cxn modelId="{7D1A2455-EBBF-8B48-876B-854737A682B2}" type="presParOf" srcId="{41650D49-BDC3-4463-A5D7-B0102180925F}" destId="{41EB6353-ACAB-4706-AF37-37CAA13EF169}" srcOrd="0" destOrd="0" presId="urn:microsoft.com/office/officeart/2018/2/layout/IconVerticalSolidList"/>
    <dgm:cxn modelId="{48F2BAC9-4375-F040-922D-E2933D638AB3}" type="presParOf" srcId="{41650D49-BDC3-4463-A5D7-B0102180925F}" destId="{486655A9-B4A2-4E07-BB64-0B5A33573D15}" srcOrd="1" destOrd="0" presId="urn:microsoft.com/office/officeart/2018/2/layout/IconVerticalSolidList"/>
    <dgm:cxn modelId="{F8617A54-FFA0-4C41-9AD5-F60A7724BEA6}" type="presParOf" srcId="{41650D49-BDC3-4463-A5D7-B0102180925F}" destId="{685D2C91-4C3D-42A3-B541-6A44287F978B}" srcOrd="2" destOrd="0" presId="urn:microsoft.com/office/officeart/2018/2/layout/IconVerticalSolidList"/>
    <dgm:cxn modelId="{9F69DC48-EEF3-6445-B1D2-31F7D1B0A051}" type="presParOf" srcId="{41650D49-BDC3-4463-A5D7-B0102180925F}" destId="{3FA00BB3-88DB-4EAE-8B25-E96629B680B6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D78C3EF-3E23-4E4E-AFC7-18A0CC67A075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9D985055-A66C-4C20-AC19-5125277A9D1E}">
      <dgm:prSet/>
      <dgm:spPr/>
      <dgm:t>
        <a:bodyPr/>
        <a:lstStyle/>
        <a:p>
          <a:pPr>
            <a:defRPr cap="all"/>
          </a:pPr>
          <a:r>
            <a:rPr lang="en-IN"/>
            <a:t>Lack of centralized movie discovery platform with real-time data</a:t>
          </a:r>
          <a:endParaRPr lang="en-US"/>
        </a:p>
      </dgm:t>
    </dgm:pt>
    <dgm:pt modelId="{586266F8-4F11-49CA-867C-C298E6337106}" type="parTrans" cxnId="{C7650A79-F681-4029-B648-CB7D76D2A3C1}">
      <dgm:prSet/>
      <dgm:spPr/>
      <dgm:t>
        <a:bodyPr/>
        <a:lstStyle/>
        <a:p>
          <a:endParaRPr lang="en-US"/>
        </a:p>
      </dgm:t>
    </dgm:pt>
    <dgm:pt modelId="{EF1C06A8-3D56-46E2-A2AE-C461D4CE305C}" type="sibTrans" cxnId="{C7650A79-F681-4029-B648-CB7D76D2A3C1}">
      <dgm:prSet/>
      <dgm:spPr/>
      <dgm:t>
        <a:bodyPr/>
        <a:lstStyle/>
        <a:p>
          <a:endParaRPr lang="en-US"/>
        </a:p>
      </dgm:t>
    </dgm:pt>
    <dgm:pt modelId="{58621BDD-040C-47DC-AF7E-9398A1C1A338}">
      <dgm:prSet/>
      <dgm:spPr/>
      <dgm:t>
        <a:bodyPr/>
        <a:lstStyle/>
        <a:p>
          <a:pPr>
            <a:defRPr cap="all"/>
          </a:pPr>
          <a:r>
            <a:rPr lang="en-IN"/>
            <a:t>No integrated analytics dashboard for monitoring user engagement</a:t>
          </a:r>
          <a:endParaRPr lang="en-US"/>
        </a:p>
      </dgm:t>
    </dgm:pt>
    <dgm:pt modelId="{E13BD593-31BD-456F-A93B-7178EF045FBC}" type="parTrans" cxnId="{69165399-A9BE-4E5B-A38C-B8461B51E575}">
      <dgm:prSet/>
      <dgm:spPr/>
      <dgm:t>
        <a:bodyPr/>
        <a:lstStyle/>
        <a:p>
          <a:endParaRPr lang="en-US"/>
        </a:p>
      </dgm:t>
    </dgm:pt>
    <dgm:pt modelId="{B5540F5F-E8F6-4ADB-A335-7775EB96186F}" type="sibTrans" cxnId="{69165399-A9BE-4E5B-A38C-B8461B51E575}">
      <dgm:prSet/>
      <dgm:spPr/>
      <dgm:t>
        <a:bodyPr/>
        <a:lstStyle/>
        <a:p>
          <a:endParaRPr lang="en-US"/>
        </a:p>
      </dgm:t>
    </dgm:pt>
    <dgm:pt modelId="{5A852952-7890-4B4B-B29B-803F9819531D}">
      <dgm:prSet/>
      <dgm:spPr/>
      <dgm:t>
        <a:bodyPr/>
        <a:lstStyle/>
        <a:p>
          <a:pPr>
            <a:defRPr cap="all"/>
          </a:pPr>
          <a:r>
            <a:rPr lang="en-IN"/>
            <a:t>Need for structured content moderation in streaming environments</a:t>
          </a:r>
          <a:endParaRPr lang="en-US"/>
        </a:p>
      </dgm:t>
    </dgm:pt>
    <dgm:pt modelId="{0430DBB7-0298-426D-9904-10E9BFF8AE1B}" type="parTrans" cxnId="{28C8C06A-1A38-4AD1-8C7F-6291D9F52AF8}">
      <dgm:prSet/>
      <dgm:spPr/>
      <dgm:t>
        <a:bodyPr/>
        <a:lstStyle/>
        <a:p>
          <a:endParaRPr lang="en-US"/>
        </a:p>
      </dgm:t>
    </dgm:pt>
    <dgm:pt modelId="{C80EDB71-3433-4390-B93E-47BE767443DD}" type="sibTrans" cxnId="{28C8C06A-1A38-4AD1-8C7F-6291D9F52AF8}">
      <dgm:prSet/>
      <dgm:spPr/>
      <dgm:t>
        <a:bodyPr/>
        <a:lstStyle/>
        <a:p>
          <a:endParaRPr lang="en-US"/>
        </a:p>
      </dgm:t>
    </dgm:pt>
    <dgm:pt modelId="{F8451CDC-58EE-450D-9A31-493235CC4EE5}">
      <dgm:prSet/>
      <dgm:spPr/>
      <dgm:t>
        <a:bodyPr/>
        <a:lstStyle/>
        <a:p>
          <a:pPr>
            <a:defRPr cap="all"/>
          </a:pPr>
          <a:r>
            <a:rPr lang="en-IN"/>
            <a:t>Absence of personalized watchlist &amp; rating systems in simple academic projects</a:t>
          </a:r>
          <a:endParaRPr lang="en-US"/>
        </a:p>
      </dgm:t>
    </dgm:pt>
    <dgm:pt modelId="{CA416064-21A7-42F0-9F24-8960025C11AE}" type="parTrans" cxnId="{F262977D-5BE1-45FC-AEB6-6AF71803007B}">
      <dgm:prSet/>
      <dgm:spPr/>
      <dgm:t>
        <a:bodyPr/>
        <a:lstStyle/>
        <a:p>
          <a:endParaRPr lang="en-US"/>
        </a:p>
      </dgm:t>
    </dgm:pt>
    <dgm:pt modelId="{C176F6A0-E46C-468A-8168-AF7F39DFCC4A}" type="sibTrans" cxnId="{F262977D-5BE1-45FC-AEB6-6AF71803007B}">
      <dgm:prSet/>
      <dgm:spPr/>
      <dgm:t>
        <a:bodyPr/>
        <a:lstStyle/>
        <a:p>
          <a:endParaRPr lang="en-US"/>
        </a:p>
      </dgm:t>
    </dgm:pt>
    <dgm:pt modelId="{8391DF2A-92F1-49A7-AAD4-1C2785465ECA}" type="pres">
      <dgm:prSet presAssocID="{6D78C3EF-3E23-4E4E-AFC7-18A0CC67A075}" presName="root" presStyleCnt="0">
        <dgm:presLayoutVars>
          <dgm:dir/>
          <dgm:resizeHandles val="exact"/>
        </dgm:presLayoutVars>
      </dgm:prSet>
      <dgm:spPr/>
    </dgm:pt>
    <dgm:pt modelId="{0FAFB2F4-E909-4000-ADAE-EDD5A5B3DD0D}" type="pres">
      <dgm:prSet presAssocID="{9D985055-A66C-4C20-AC19-5125277A9D1E}" presName="compNode" presStyleCnt="0"/>
      <dgm:spPr/>
    </dgm:pt>
    <dgm:pt modelId="{BF24FB03-DCC1-45BD-BAC3-5DBD931F40EF}" type="pres">
      <dgm:prSet presAssocID="{9D985055-A66C-4C20-AC19-5125277A9D1E}" presName="iconBgRect" presStyleLbl="bgShp" presStyleIdx="0" presStyleCnt="4"/>
      <dgm:spPr/>
    </dgm:pt>
    <dgm:pt modelId="{E16918D9-F1C6-4405-B7A0-152DDF50B09A}" type="pres">
      <dgm:prSet presAssocID="{9D985055-A66C-4C20-AC19-5125277A9D1E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ilm reel"/>
        </a:ext>
      </dgm:extLst>
    </dgm:pt>
    <dgm:pt modelId="{81180D17-363B-46B5-A053-7F12521D2B2D}" type="pres">
      <dgm:prSet presAssocID="{9D985055-A66C-4C20-AC19-5125277A9D1E}" presName="spaceRect" presStyleCnt="0"/>
      <dgm:spPr/>
    </dgm:pt>
    <dgm:pt modelId="{615FD227-B245-4003-8FDF-7477975F05B4}" type="pres">
      <dgm:prSet presAssocID="{9D985055-A66C-4C20-AC19-5125277A9D1E}" presName="textRect" presStyleLbl="revTx" presStyleIdx="0" presStyleCnt="4">
        <dgm:presLayoutVars>
          <dgm:chMax val="1"/>
          <dgm:chPref val="1"/>
        </dgm:presLayoutVars>
      </dgm:prSet>
      <dgm:spPr/>
    </dgm:pt>
    <dgm:pt modelId="{F3BD0FAC-7818-45A1-9C2A-8F55945FD6E7}" type="pres">
      <dgm:prSet presAssocID="{EF1C06A8-3D56-46E2-A2AE-C461D4CE305C}" presName="sibTrans" presStyleCnt="0"/>
      <dgm:spPr/>
    </dgm:pt>
    <dgm:pt modelId="{0091D582-6B04-4C7D-97A5-F5802C1FF4E1}" type="pres">
      <dgm:prSet presAssocID="{58621BDD-040C-47DC-AF7E-9398A1C1A338}" presName="compNode" presStyleCnt="0"/>
      <dgm:spPr/>
    </dgm:pt>
    <dgm:pt modelId="{AF371860-50F5-4932-A57B-390EF81CCE0F}" type="pres">
      <dgm:prSet presAssocID="{58621BDD-040C-47DC-AF7E-9398A1C1A338}" presName="iconBgRect" presStyleLbl="bgShp" presStyleIdx="1" presStyleCnt="4"/>
      <dgm:spPr/>
    </dgm:pt>
    <dgm:pt modelId="{1459E7FF-896C-4C49-A192-BA1B2B8A4205}" type="pres">
      <dgm:prSet presAssocID="{58621BDD-040C-47DC-AF7E-9398A1C1A338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3346CA32-8208-4859-9F63-854DEE314C28}" type="pres">
      <dgm:prSet presAssocID="{58621BDD-040C-47DC-AF7E-9398A1C1A338}" presName="spaceRect" presStyleCnt="0"/>
      <dgm:spPr/>
    </dgm:pt>
    <dgm:pt modelId="{6AFD105D-E4CA-42A6-A903-3A14C0C6F75C}" type="pres">
      <dgm:prSet presAssocID="{58621BDD-040C-47DC-AF7E-9398A1C1A338}" presName="textRect" presStyleLbl="revTx" presStyleIdx="1" presStyleCnt="4">
        <dgm:presLayoutVars>
          <dgm:chMax val="1"/>
          <dgm:chPref val="1"/>
        </dgm:presLayoutVars>
      </dgm:prSet>
      <dgm:spPr/>
    </dgm:pt>
    <dgm:pt modelId="{836720C6-C182-4272-B9AE-08D71EDAC6F0}" type="pres">
      <dgm:prSet presAssocID="{B5540F5F-E8F6-4ADB-A335-7775EB96186F}" presName="sibTrans" presStyleCnt="0"/>
      <dgm:spPr/>
    </dgm:pt>
    <dgm:pt modelId="{B1E9D1B8-615B-43BA-A153-64BA0D289150}" type="pres">
      <dgm:prSet presAssocID="{5A852952-7890-4B4B-B29B-803F9819531D}" presName="compNode" presStyleCnt="0"/>
      <dgm:spPr/>
    </dgm:pt>
    <dgm:pt modelId="{0ECD6634-8FCD-4C1D-A8B8-B9497854A097}" type="pres">
      <dgm:prSet presAssocID="{5A852952-7890-4B4B-B29B-803F9819531D}" presName="iconBgRect" presStyleLbl="bgShp" presStyleIdx="2" presStyleCnt="4"/>
      <dgm:spPr/>
    </dgm:pt>
    <dgm:pt modelId="{A25ADF46-C190-41E0-9A04-E43458C0C9FC}" type="pres">
      <dgm:prSet presAssocID="{5A852952-7890-4B4B-B29B-803F9819531D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itor"/>
        </a:ext>
      </dgm:extLst>
    </dgm:pt>
    <dgm:pt modelId="{F222E963-BECF-4F59-83A9-7E040BB7EE95}" type="pres">
      <dgm:prSet presAssocID="{5A852952-7890-4B4B-B29B-803F9819531D}" presName="spaceRect" presStyleCnt="0"/>
      <dgm:spPr/>
    </dgm:pt>
    <dgm:pt modelId="{08F0D72B-6514-4CA9-9E91-281268A35F82}" type="pres">
      <dgm:prSet presAssocID="{5A852952-7890-4B4B-B29B-803F9819531D}" presName="textRect" presStyleLbl="revTx" presStyleIdx="2" presStyleCnt="4">
        <dgm:presLayoutVars>
          <dgm:chMax val="1"/>
          <dgm:chPref val="1"/>
        </dgm:presLayoutVars>
      </dgm:prSet>
      <dgm:spPr/>
    </dgm:pt>
    <dgm:pt modelId="{2903DA66-DFAE-43E5-9E4F-87A8EC3582EA}" type="pres">
      <dgm:prSet presAssocID="{C80EDB71-3433-4390-B93E-47BE767443DD}" presName="sibTrans" presStyleCnt="0"/>
      <dgm:spPr/>
    </dgm:pt>
    <dgm:pt modelId="{8D23A4DC-41CD-452D-9F26-A1F9F3E77479}" type="pres">
      <dgm:prSet presAssocID="{F8451CDC-58EE-450D-9A31-493235CC4EE5}" presName="compNode" presStyleCnt="0"/>
      <dgm:spPr/>
    </dgm:pt>
    <dgm:pt modelId="{9714892F-C195-4FAC-9737-956665B6010C}" type="pres">
      <dgm:prSet presAssocID="{F8451CDC-58EE-450D-9A31-493235CC4EE5}" presName="iconBgRect" presStyleLbl="bgShp" presStyleIdx="3" presStyleCnt="4"/>
      <dgm:spPr/>
    </dgm:pt>
    <dgm:pt modelId="{74AAC3E9-4D0F-48C7-BC0E-2F3D93ED6515}" type="pres">
      <dgm:prSet presAssocID="{F8451CDC-58EE-450D-9A31-493235CC4EE5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oks"/>
        </a:ext>
      </dgm:extLst>
    </dgm:pt>
    <dgm:pt modelId="{B2C47E4B-F476-467D-ABED-373144A9EB8F}" type="pres">
      <dgm:prSet presAssocID="{F8451CDC-58EE-450D-9A31-493235CC4EE5}" presName="spaceRect" presStyleCnt="0"/>
      <dgm:spPr/>
    </dgm:pt>
    <dgm:pt modelId="{0D0DB052-B380-4701-B4A0-BE2B250A8D70}" type="pres">
      <dgm:prSet presAssocID="{F8451CDC-58EE-450D-9A31-493235CC4EE5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EB7F7A47-BC4A-48E1-B69F-8562EDD317C3}" type="presOf" srcId="{9D985055-A66C-4C20-AC19-5125277A9D1E}" destId="{615FD227-B245-4003-8FDF-7477975F05B4}" srcOrd="0" destOrd="0" presId="urn:microsoft.com/office/officeart/2018/5/layout/IconCircleLabelList"/>
    <dgm:cxn modelId="{EDD3B14F-132E-4AAE-85E9-2D79BFFFBACE}" type="presOf" srcId="{6D78C3EF-3E23-4E4E-AFC7-18A0CC67A075}" destId="{8391DF2A-92F1-49A7-AAD4-1C2785465ECA}" srcOrd="0" destOrd="0" presId="urn:microsoft.com/office/officeart/2018/5/layout/IconCircleLabelList"/>
    <dgm:cxn modelId="{28C8C06A-1A38-4AD1-8C7F-6291D9F52AF8}" srcId="{6D78C3EF-3E23-4E4E-AFC7-18A0CC67A075}" destId="{5A852952-7890-4B4B-B29B-803F9819531D}" srcOrd="2" destOrd="0" parTransId="{0430DBB7-0298-426D-9904-10E9BFF8AE1B}" sibTransId="{C80EDB71-3433-4390-B93E-47BE767443DD}"/>
    <dgm:cxn modelId="{C2ED7278-AE3F-48A7-88B4-0E3B82549F64}" type="presOf" srcId="{5A852952-7890-4B4B-B29B-803F9819531D}" destId="{08F0D72B-6514-4CA9-9E91-281268A35F82}" srcOrd="0" destOrd="0" presId="urn:microsoft.com/office/officeart/2018/5/layout/IconCircleLabelList"/>
    <dgm:cxn modelId="{C7650A79-F681-4029-B648-CB7D76D2A3C1}" srcId="{6D78C3EF-3E23-4E4E-AFC7-18A0CC67A075}" destId="{9D985055-A66C-4C20-AC19-5125277A9D1E}" srcOrd="0" destOrd="0" parTransId="{586266F8-4F11-49CA-867C-C298E6337106}" sibTransId="{EF1C06A8-3D56-46E2-A2AE-C461D4CE305C}"/>
    <dgm:cxn modelId="{F262977D-5BE1-45FC-AEB6-6AF71803007B}" srcId="{6D78C3EF-3E23-4E4E-AFC7-18A0CC67A075}" destId="{F8451CDC-58EE-450D-9A31-493235CC4EE5}" srcOrd="3" destOrd="0" parTransId="{CA416064-21A7-42F0-9F24-8960025C11AE}" sibTransId="{C176F6A0-E46C-468A-8168-AF7F39DFCC4A}"/>
    <dgm:cxn modelId="{69165399-A9BE-4E5B-A38C-B8461B51E575}" srcId="{6D78C3EF-3E23-4E4E-AFC7-18A0CC67A075}" destId="{58621BDD-040C-47DC-AF7E-9398A1C1A338}" srcOrd="1" destOrd="0" parTransId="{E13BD593-31BD-456F-A93B-7178EF045FBC}" sibTransId="{B5540F5F-E8F6-4ADB-A335-7775EB96186F}"/>
    <dgm:cxn modelId="{39ACF4E5-BF34-426E-A6EB-784127BE6469}" type="presOf" srcId="{F8451CDC-58EE-450D-9A31-493235CC4EE5}" destId="{0D0DB052-B380-4701-B4A0-BE2B250A8D70}" srcOrd="0" destOrd="0" presId="urn:microsoft.com/office/officeart/2018/5/layout/IconCircleLabelList"/>
    <dgm:cxn modelId="{6590DEF0-527A-4169-B7DD-BF04251FDF4F}" type="presOf" srcId="{58621BDD-040C-47DC-AF7E-9398A1C1A338}" destId="{6AFD105D-E4CA-42A6-A903-3A14C0C6F75C}" srcOrd="0" destOrd="0" presId="urn:microsoft.com/office/officeart/2018/5/layout/IconCircleLabelList"/>
    <dgm:cxn modelId="{78F6222C-3DC2-4592-9AC2-9BC1EDFD8C66}" type="presParOf" srcId="{8391DF2A-92F1-49A7-AAD4-1C2785465ECA}" destId="{0FAFB2F4-E909-4000-ADAE-EDD5A5B3DD0D}" srcOrd="0" destOrd="0" presId="urn:microsoft.com/office/officeart/2018/5/layout/IconCircleLabelList"/>
    <dgm:cxn modelId="{B3113E65-6215-4C5A-9BBE-05C447ED9F68}" type="presParOf" srcId="{0FAFB2F4-E909-4000-ADAE-EDD5A5B3DD0D}" destId="{BF24FB03-DCC1-45BD-BAC3-5DBD931F40EF}" srcOrd="0" destOrd="0" presId="urn:microsoft.com/office/officeart/2018/5/layout/IconCircleLabelList"/>
    <dgm:cxn modelId="{3371AB1C-AD36-4352-B527-AC1E98984994}" type="presParOf" srcId="{0FAFB2F4-E909-4000-ADAE-EDD5A5B3DD0D}" destId="{E16918D9-F1C6-4405-B7A0-152DDF50B09A}" srcOrd="1" destOrd="0" presId="urn:microsoft.com/office/officeart/2018/5/layout/IconCircleLabelList"/>
    <dgm:cxn modelId="{3E97DCFA-AC6D-426C-BF08-6D583E60AAEC}" type="presParOf" srcId="{0FAFB2F4-E909-4000-ADAE-EDD5A5B3DD0D}" destId="{81180D17-363B-46B5-A053-7F12521D2B2D}" srcOrd="2" destOrd="0" presId="urn:microsoft.com/office/officeart/2018/5/layout/IconCircleLabelList"/>
    <dgm:cxn modelId="{CF5929B4-3BE0-4EDD-81EA-1D27BFBBEC61}" type="presParOf" srcId="{0FAFB2F4-E909-4000-ADAE-EDD5A5B3DD0D}" destId="{615FD227-B245-4003-8FDF-7477975F05B4}" srcOrd="3" destOrd="0" presId="urn:microsoft.com/office/officeart/2018/5/layout/IconCircleLabelList"/>
    <dgm:cxn modelId="{F98CAA7E-3BD3-4181-9987-B7060674D549}" type="presParOf" srcId="{8391DF2A-92F1-49A7-AAD4-1C2785465ECA}" destId="{F3BD0FAC-7818-45A1-9C2A-8F55945FD6E7}" srcOrd="1" destOrd="0" presId="urn:microsoft.com/office/officeart/2018/5/layout/IconCircleLabelList"/>
    <dgm:cxn modelId="{BA5CED37-073A-4F66-BB49-2B2B9FF25E23}" type="presParOf" srcId="{8391DF2A-92F1-49A7-AAD4-1C2785465ECA}" destId="{0091D582-6B04-4C7D-97A5-F5802C1FF4E1}" srcOrd="2" destOrd="0" presId="urn:microsoft.com/office/officeart/2018/5/layout/IconCircleLabelList"/>
    <dgm:cxn modelId="{6C0D7A71-EE72-4EDD-8F1B-3BBE0B74D960}" type="presParOf" srcId="{0091D582-6B04-4C7D-97A5-F5802C1FF4E1}" destId="{AF371860-50F5-4932-A57B-390EF81CCE0F}" srcOrd="0" destOrd="0" presId="urn:microsoft.com/office/officeart/2018/5/layout/IconCircleLabelList"/>
    <dgm:cxn modelId="{79592178-10C3-462B-B63F-9D2B24F4C34E}" type="presParOf" srcId="{0091D582-6B04-4C7D-97A5-F5802C1FF4E1}" destId="{1459E7FF-896C-4C49-A192-BA1B2B8A4205}" srcOrd="1" destOrd="0" presId="urn:microsoft.com/office/officeart/2018/5/layout/IconCircleLabelList"/>
    <dgm:cxn modelId="{AD98CBAA-82F5-4A56-8503-724D009A8E4D}" type="presParOf" srcId="{0091D582-6B04-4C7D-97A5-F5802C1FF4E1}" destId="{3346CA32-8208-4859-9F63-854DEE314C28}" srcOrd="2" destOrd="0" presId="urn:microsoft.com/office/officeart/2018/5/layout/IconCircleLabelList"/>
    <dgm:cxn modelId="{6ACE747F-CD04-4FC8-B3B1-F69E840D004C}" type="presParOf" srcId="{0091D582-6B04-4C7D-97A5-F5802C1FF4E1}" destId="{6AFD105D-E4CA-42A6-A903-3A14C0C6F75C}" srcOrd="3" destOrd="0" presId="urn:microsoft.com/office/officeart/2018/5/layout/IconCircleLabelList"/>
    <dgm:cxn modelId="{7F8840E3-C884-48E7-9AF2-19AE5511DBC8}" type="presParOf" srcId="{8391DF2A-92F1-49A7-AAD4-1C2785465ECA}" destId="{836720C6-C182-4272-B9AE-08D71EDAC6F0}" srcOrd="3" destOrd="0" presId="urn:microsoft.com/office/officeart/2018/5/layout/IconCircleLabelList"/>
    <dgm:cxn modelId="{04FFEF82-5188-481B-AE9C-9CD1CEBB294F}" type="presParOf" srcId="{8391DF2A-92F1-49A7-AAD4-1C2785465ECA}" destId="{B1E9D1B8-615B-43BA-A153-64BA0D289150}" srcOrd="4" destOrd="0" presId="urn:microsoft.com/office/officeart/2018/5/layout/IconCircleLabelList"/>
    <dgm:cxn modelId="{81330505-167A-455C-A226-D58831C64225}" type="presParOf" srcId="{B1E9D1B8-615B-43BA-A153-64BA0D289150}" destId="{0ECD6634-8FCD-4C1D-A8B8-B9497854A097}" srcOrd="0" destOrd="0" presId="urn:microsoft.com/office/officeart/2018/5/layout/IconCircleLabelList"/>
    <dgm:cxn modelId="{2BAAB4F2-CC9E-49CD-BF18-A95C67118A39}" type="presParOf" srcId="{B1E9D1B8-615B-43BA-A153-64BA0D289150}" destId="{A25ADF46-C190-41E0-9A04-E43458C0C9FC}" srcOrd="1" destOrd="0" presId="urn:microsoft.com/office/officeart/2018/5/layout/IconCircleLabelList"/>
    <dgm:cxn modelId="{6623FE96-FB29-4D6B-AAE6-30A6494B0022}" type="presParOf" srcId="{B1E9D1B8-615B-43BA-A153-64BA0D289150}" destId="{F222E963-BECF-4F59-83A9-7E040BB7EE95}" srcOrd="2" destOrd="0" presId="urn:microsoft.com/office/officeart/2018/5/layout/IconCircleLabelList"/>
    <dgm:cxn modelId="{FF0A9B39-8AA7-426C-B184-CCABCA97C753}" type="presParOf" srcId="{B1E9D1B8-615B-43BA-A153-64BA0D289150}" destId="{08F0D72B-6514-4CA9-9E91-281268A35F82}" srcOrd="3" destOrd="0" presId="urn:microsoft.com/office/officeart/2018/5/layout/IconCircleLabelList"/>
    <dgm:cxn modelId="{48351F95-04E8-490F-8F3E-F88FAE82388D}" type="presParOf" srcId="{8391DF2A-92F1-49A7-AAD4-1C2785465ECA}" destId="{2903DA66-DFAE-43E5-9E4F-87A8EC3582EA}" srcOrd="5" destOrd="0" presId="urn:microsoft.com/office/officeart/2018/5/layout/IconCircleLabelList"/>
    <dgm:cxn modelId="{FC0EFBB3-C7BC-4F11-9410-A4800A96EA9B}" type="presParOf" srcId="{8391DF2A-92F1-49A7-AAD4-1C2785465ECA}" destId="{8D23A4DC-41CD-452D-9F26-A1F9F3E77479}" srcOrd="6" destOrd="0" presId="urn:microsoft.com/office/officeart/2018/5/layout/IconCircleLabelList"/>
    <dgm:cxn modelId="{ED8FD5D8-00B4-490A-888E-BE6ABFF26C6F}" type="presParOf" srcId="{8D23A4DC-41CD-452D-9F26-A1F9F3E77479}" destId="{9714892F-C195-4FAC-9737-956665B6010C}" srcOrd="0" destOrd="0" presId="urn:microsoft.com/office/officeart/2018/5/layout/IconCircleLabelList"/>
    <dgm:cxn modelId="{C719ABC1-B3B8-4C1C-870E-5B4D3F8C6BF4}" type="presParOf" srcId="{8D23A4DC-41CD-452D-9F26-A1F9F3E77479}" destId="{74AAC3E9-4D0F-48C7-BC0E-2F3D93ED6515}" srcOrd="1" destOrd="0" presId="urn:microsoft.com/office/officeart/2018/5/layout/IconCircleLabelList"/>
    <dgm:cxn modelId="{A7EAE96D-1847-47F6-93B4-EE0026783D0B}" type="presParOf" srcId="{8D23A4DC-41CD-452D-9F26-A1F9F3E77479}" destId="{B2C47E4B-F476-467D-ABED-373144A9EB8F}" srcOrd="2" destOrd="0" presId="urn:microsoft.com/office/officeart/2018/5/layout/IconCircleLabelList"/>
    <dgm:cxn modelId="{387166D6-3BD6-430E-BDD8-AE53C243ED54}" type="presParOf" srcId="{8D23A4DC-41CD-452D-9F26-A1F9F3E77479}" destId="{0D0DB052-B380-4701-B4A0-BE2B250A8D70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E07BED7-709F-4613-8BAB-98633DF9AD6F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93C0DBAE-522B-4681-965F-BB628FB87297}">
      <dgm:prSet/>
      <dgm:spPr/>
      <dgm:t>
        <a:bodyPr/>
        <a:lstStyle/>
        <a:p>
          <a:r>
            <a:rPr lang="en-IN"/>
            <a:t>Full-stack Django application using MVT architecture</a:t>
          </a:r>
          <a:endParaRPr lang="en-US"/>
        </a:p>
      </dgm:t>
    </dgm:pt>
    <dgm:pt modelId="{D38870E7-3464-4E54-91B6-E7E0EAE9D128}" type="parTrans" cxnId="{17AD5A42-2A39-4E13-87E3-D3AC6D22BBD3}">
      <dgm:prSet/>
      <dgm:spPr/>
      <dgm:t>
        <a:bodyPr/>
        <a:lstStyle/>
        <a:p>
          <a:endParaRPr lang="en-US"/>
        </a:p>
      </dgm:t>
    </dgm:pt>
    <dgm:pt modelId="{BEA08366-7C8D-40F2-B104-989ED6E3B6E7}" type="sibTrans" cxnId="{17AD5A42-2A39-4E13-87E3-D3AC6D22BBD3}">
      <dgm:prSet/>
      <dgm:spPr/>
      <dgm:t>
        <a:bodyPr/>
        <a:lstStyle/>
        <a:p>
          <a:endParaRPr lang="en-US"/>
        </a:p>
      </dgm:t>
    </dgm:pt>
    <dgm:pt modelId="{1AB46FC1-4390-42B0-BC78-82AAA0114220}">
      <dgm:prSet/>
      <dgm:spPr/>
      <dgm:t>
        <a:bodyPr/>
        <a:lstStyle/>
        <a:p>
          <a:r>
            <a:rPr lang="en-IN"/>
            <a:t>API-driven real-time movie data integration</a:t>
          </a:r>
          <a:endParaRPr lang="en-US"/>
        </a:p>
      </dgm:t>
    </dgm:pt>
    <dgm:pt modelId="{F9B3D7A8-F502-4000-B617-51BBB1E0DE11}" type="parTrans" cxnId="{5354DBB2-02A3-4110-8B85-9F78A237B8F6}">
      <dgm:prSet/>
      <dgm:spPr/>
      <dgm:t>
        <a:bodyPr/>
        <a:lstStyle/>
        <a:p>
          <a:endParaRPr lang="en-US"/>
        </a:p>
      </dgm:t>
    </dgm:pt>
    <dgm:pt modelId="{A2B0C242-EA8A-42AA-9AF7-A17505A05ED5}" type="sibTrans" cxnId="{5354DBB2-02A3-4110-8B85-9F78A237B8F6}">
      <dgm:prSet/>
      <dgm:spPr/>
      <dgm:t>
        <a:bodyPr/>
        <a:lstStyle/>
        <a:p>
          <a:endParaRPr lang="en-US"/>
        </a:p>
      </dgm:t>
    </dgm:pt>
    <dgm:pt modelId="{5ADDBB2E-88BA-429C-82EB-0FDC93F495F5}">
      <dgm:prSet/>
      <dgm:spPr/>
      <dgm:t>
        <a:bodyPr/>
        <a:lstStyle/>
        <a:p>
          <a:r>
            <a:rPr lang="en-IN"/>
            <a:t>Role-based access control (Users &amp; Supervisors)</a:t>
          </a:r>
          <a:endParaRPr lang="en-US"/>
        </a:p>
      </dgm:t>
    </dgm:pt>
    <dgm:pt modelId="{95BE5101-1D31-428D-8184-3E40F892626D}" type="parTrans" cxnId="{EFE8931A-ECF5-498D-848F-9D44A8B3FA90}">
      <dgm:prSet/>
      <dgm:spPr/>
      <dgm:t>
        <a:bodyPr/>
        <a:lstStyle/>
        <a:p>
          <a:endParaRPr lang="en-US"/>
        </a:p>
      </dgm:t>
    </dgm:pt>
    <dgm:pt modelId="{58E61784-3849-42A1-9124-9F782CE3058F}" type="sibTrans" cxnId="{EFE8931A-ECF5-498D-848F-9D44A8B3FA90}">
      <dgm:prSet/>
      <dgm:spPr/>
      <dgm:t>
        <a:bodyPr/>
        <a:lstStyle/>
        <a:p>
          <a:endParaRPr lang="en-US"/>
        </a:p>
      </dgm:t>
    </dgm:pt>
    <dgm:pt modelId="{A62B8C33-5A5B-466B-847F-5E508BB4D60B}">
      <dgm:prSet/>
      <dgm:spPr/>
      <dgm:t>
        <a:bodyPr/>
        <a:lstStyle/>
        <a:p>
          <a:r>
            <a:rPr lang="en-IN"/>
            <a:t>Analytics system tracking user interactions</a:t>
          </a:r>
          <a:endParaRPr lang="en-US"/>
        </a:p>
      </dgm:t>
    </dgm:pt>
    <dgm:pt modelId="{C4D1724B-B185-485A-BF3B-E4C6D5F76A8E}" type="parTrans" cxnId="{C1C7A091-96A4-4178-9772-D93DCF97864A}">
      <dgm:prSet/>
      <dgm:spPr/>
      <dgm:t>
        <a:bodyPr/>
        <a:lstStyle/>
        <a:p>
          <a:endParaRPr lang="en-US"/>
        </a:p>
      </dgm:t>
    </dgm:pt>
    <dgm:pt modelId="{61848B89-A8EE-4D9C-BF57-C6A776FB93C0}" type="sibTrans" cxnId="{C1C7A091-96A4-4178-9772-D93DCF97864A}">
      <dgm:prSet/>
      <dgm:spPr/>
      <dgm:t>
        <a:bodyPr/>
        <a:lstStyle/>
        <a:p>
          <a:endParaRPr lang="en-US"/>
        </a:p>
      </dgm:t>
    </dgm:pt>
    <dgm:pt modelId="{2BE9F6B2-5CFD-46BB-BE0A-FBF9CA0DCF32}">
      <dgm:prSet/>
      <dgm:spPr/>
      <dgm:t>
        <a:bodyPr/>
        <a:lstStyle/>
        <a:p>
          <a:r>
            <a:rPr lang="en-IN"/>
            <a:t>Secure, scalable backend structure</a:t>
          </a:r>
          <a:endParaRPr lang="en-US"/>
        </a:p>
      </dgm:t>
    </dgm:pt>
    <dgm:pt modelId="{B0AB8C0B-70DF-487E-9B43-6F142DB110B6}" type="parTrans" cxnId="{41C1B1EE-12D9-42C6-9737-997089D2CD53}">
      <dgm:prSet/>
      <dgm:spPr/>
      <dgm:t>
        <a:bodyPr/>
        <a:lstStyle/>
        <a:p>
          <a:endParaRPr lang="en-US"/>
        </a:p>
      </dgm:t>
    </dgm:pt>
    <dgm:pt modelId="{BFE31B4C-5B22-46B4-9AD9-D26E1AB65A18}" type="sibTrans" cxnId="{41C1B1EE-12D9-42C6-9737-997089D2CD53}">
      <dgm:prSet/>
      <dgm:spPr/>
      <dgm:t>
        <a:bodyPr/>
        <a:lstStyle/>
        <a:p>
          <a:endParaRPr lang="en-US"/>
        </a:p>
      </dgm:t>
    </dgm:pt>
    <dgm:pt modelId="{EEE1C8BE-6178-417F-AE1C-B8102FCB7096}" type="pres">
      <dgm:prSet presAssocID="{7E07BED7-709F-4613-8BAB-98633DF9AD6F}" presName="root" presStyleCnt="0">
        <dgm:presLayoutVars>
          <dgm:dir/>
          <dgm:resizeHandles val="exact"/>
        </dgm:presLayoutVars>
      </dgm:prSet>
      <dgm:spPr/>
    </dgm:pt>
    <dgm:pt modelId="{21F42C5E-8393-4F1C-A620-E07ABCC20A31}" type="pres">
      <dgm:prSet presAssocID="{93C0DBAE-522B-4681-965F-BB628FB87297}" presName="compNode" presStyleCnt="0"/>
      <dgm:spPr/>
    </dgm:pt>
    <dgm:pt modelId="{D9956571-794A-4E41-BEDC-8E4089DC3A80}" type="pres">
      <dgm:prSet presAssocID="{93C0DBAE-522B-4681-965F-BB628FB87297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arinet"/>
        </a:ext>
      </dgm:extLst>
    </dgm:pt>
    <dgm:pt modelId="{DF689854-2C01-4574-AC04-59AB99FE848D}" type="pres">
      <dgm:prSet presAssocID="{93C0DBAE-522B-4681-965F-BB628FB87297}" presName="spaceRect" presStyleCnt="0"/>
      <dgm:spPr/>
    </dgm:pt>
    <dgm:pt modelId="{5DE907AB-ECFC-467B-84F7-602A4E7D00C6}" type="pres">
      <dgm:prSet presAssocID="{93C0DBAE-522B-4681-965F-BB628FB87297}" presName="textRect" presStyleLbl="revTx" presStyleIdx="0" presStyleCnt="5">
        <dgm:presLayoutVars>
          <dgm:chMax val="1"/>
          <dgm:chPref val="1"/>
        </dgm:presLayoutVars>
      </dgm:prSet>
      <dgm:spPr/>
    </dgm:pt>
    <dgm:pt modelId="{BC821888-C6DF-4829-A7B8-EC446801E463}" type="pres">
      <dgm:prSet presAssocID="{BEA08366-7C8D-40F2-B104-989ED6E3B6E7}" presName="sibTrans" presStyleCnt="0"/>
      <dgm:spPr/>
    </dgm:pt>
    <dgm:pt modelId="{0F73E84E-FA4C-4655-B58C-EE45B02A6763}" type="pres">
      <dgm:prSet presAssocID="{1AB46FC1-4390-42B0-BC78-82AAA0114220}" presName="compNode" presStyleCnt="0"/>
      <dgm:spPr/>
    </dgm:pt>
    <dgm:pt modelId="{10EBB11E-3B81-43EE-A9CD-4B79790650B9}" type="pres">
      <dgm:prSet presAssocID="{1AB46FC1-4390-42B0-BC78-82AAA0114220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AE1850D9-E848-4B40-A96B-511CB88D266E}" type="pres">
      <dgm:prSet presAssocID="{1AB46FC1-4390-42B0-BC78-82AAA0114220}" presName="spaceRect" presStyleCnt="0"/>
      <dgm:spPr/>
    </dgm:pt>
    <dgm:pt modelId="{CA4FA40B-16AC-49A4-B374-34817D98D9B4}" type="pres">
      <dgm:prSet presAssocID="{1AB46FC1-4390-42B0-BC78-82AAA0114220}" presName="textRect" presStyleLbl="revTx" presStyleIdx="1" presStyleCnt="5">
        <dgm:presLayoutVars>
          <dgm:chMax val="1"/>
          <dgm:chPref val="1"/>
        </dgm:presLayoutVars>
      </dgm:prSet>
      <dgm:spPr/>
    </dgm:pt>
    <dgm:pt modelId="{7B1B1AC1-F8BF-4F4A-889E-0065664A4058}" type="pres">
      <dgm:prSet presAssocID="{A2B0C242-EA8A-42AA-9AF7-A17505A05ED5}" presName="sibTrans" presStyleCnt="0"/>
      <dgm:spPr/>
    </dgm:pt>
    <dgm:pt modelId="{8B48CBD7-4F93-42AC-BF5A-C52E0695013C}" type="pres">
      <dgm:prSet presAssocID="{5ADDBB2E-88BA-429C-82EB-0FDC93F495F5}" presName="compNode" presStyleCnt="0"/>
      <dgm:spPr/>
    </dgm:pt>
    <dgm:pt modelId="{0A16E72E-5B71-4017-AFAE-9D30FF7F01BB}" type="pres">
      <dgm:prSet presAssocID="{5ADDBB2E-88BA-429C-82EB-0FDC93F495F5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ocial Network"/>
        </a:ext>
      </dgm:extLst>
    </dgm:pt>
    <dgm:pt modelId="{16AF04AF-87B8-4484-B69E-BFEF722F8011}" type="pres">
      <dgm:prSet presAssocID="{5ADDBB2E-88BA-429C-82EB-0FDC93F495F5}" presName="spaceRect" presStyleCnt="0"/>
      <dgm:spPr/>
    </dgm:pt>
    <dgm:pt modelId="{02F8069A-EF2E-4201-9A0D-4F666C297FA9}" type="pres">
      <dgm:prSet presAssocID="{5ADDBB2E-88BA-429C-82EB-0FDC93F495F5}" presName="textRect" presStyleLbl="revTx" presStyleIdx="2" presStyleCnt="5">
        <dgm:presLayoutVars>
          <dgm:chMax val="1"/>
          <dgm:chPref val="1"/>
        </dgm:presLayoutVars>
      </dgm:prSet>
      <dgm:spPr/>
    </dgm:pt>
    <dgm:pt modelId="{01990385-2CB2-4289-A80C-8BFE0D340AE2}" type="pres">
      <dgm:prSet presAssocID="{58E61784-3849-42A1-9124-9F782CE3058F}" presName="sibTrans" presStyleCnt="0"/>
      <dgm:spPr/>
    </dgm:pt>
    <dgm:pt modelId="{A45E9D44-9BA8-4F9B-B1E3-F8CD7F1B7ED1}" type="pres">
      <dgm:prSet presAssocID="{A62B8C33-5A5B-466B-847F-5E508BB4D60B}" presName="compNode" presStyleCnt="0"/>
      <dgm:spPr/>
    </dgm:pt>
    <dgm:pt modelId="{DC8D6EDE-2A48-4784-954B-7440DEE7C13D}" type="pres">
      <dgm:prSet presAssocID="{A62B8C33-5A5B-466B-847F-5E508BB4D60B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AA9AD7A6-8FD0-48CB-BBCC-40B1C6C7C673}" type="pres">
      <dgm:prSet presAssocID="{A62B8C33-5A5B-466B-847F-5E508BB4D60B}" presName="spaceRect" presStyleCnt="0"/>
      <dgm:spPr/>
    </dgm:pt>
    <dgm:pt modelId="{F6CF26FA-52A1-49B8-8026-7B061758D3B4}" type="pres">
      <dgm:prSet presAssocID="{A62B8C33-5A5B-466B-847F-5E508BB4D60B}" presName="textRect" presStyleLbl="revTx" presStyleIdx="3" presStyleCnt="5">
        <dgm:presLayoutVars>
          <dgm:chMax val="1"/>
          <dgm:chPref val="1"/>
        </dgm:presLayoutVars>
      </dgm:prSet>
      <dgm:spPr/>
    </dgm:pt>
    <dgm:pt modelId="{59026406-3ADD-4150-9FFC-A259D32CECC1}" type="pres">
      <dgm:prSet presAssocID="{61848B89-A8EE-4D9C-BF57-C6A776FB93C0}" presName="sibTrans" presStyleCnt="0"/>
      <dgm:spPr/>
    </dgm:pt>
    <dgm:pt modelId="{25EA8CBB-C3B2-4CB0-8DC9-9C02F9D25071}" type="pres">
      <dgm:prSet presAssocID="{2BE9F6B2-5CFD-46BB-BE0A-FBF9CA0DCF32}" presName="compNode" presStyleCnt="0"/>
      <dgm:spPr/>
    </dgm:pt>
    <dgm:pt modelId="{1DAC810A-4FCE-428A-A4B0-738973CDD6C5}" type="pres">
      <dgm:prSet presAssocID="{2BE9F6B2-5CFD-46BB-BE0A-FBF9CA0DCF32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9653E8DE-83BE-4945-9E72-F87A4BA2E793}" type="pres">
      <dgm:prSet presAssocID="{2BE9F6B2-5CFD-46BB-BE0A-FBF9CA0DCF32}" presName="spaceRect" presStyleCnt="0"/>
      <dgm:spPr/>
    </dgm:pt>
    <dgm:pt modelId="{B5290E1D-AD24-4908-A616-EA2F498137C7}" type="pres">
      <dgm:prSet presAssocID="{2BE9F6B2-5CFD-46BB-BE0A-FBF9CA0DCF32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FFA4D413-5E1C-4D1D-841F-57ED449DD689}" type="presOf" srcId="{93C0DBAE-522B-4681-965F-BB628FB87297}" destId="{5DE907AB-ECFC-467B-84F7-602A4E7D00C6}" srcOrd="0" destOrd="0" presId="urn:microsoft.com/office/officeart/2018/2/layout/IconLabelList"/>
    <dgm:cxn modelId="{EFE8931A-ECF5-498D-848F-9D44A8B3FA90}" srcId="{7E07BED7-709F-4613-8BAB-98633DF9AD6F}" destId="{5ADDBB2E-88BA-429C-82EB-0FDC93F495F5}" srcOrd="2" destOrd="0" parTransId="{95BE5101-1D31-428D-8184-3E40F892626D}" sibTransId="{58E61784-3849-42A1-9124-9F782CE3058F}"/>
    <dgm:cxn modelId="{17AD5A42-2A39-4E13-87E3-D3AC6D22BBD3}" srcId="{7E07BED7-709F-4613-8BAB-98633DF9AD6F}" destId="{93C0DBAE-522B-4681-965F-BB628FB87297}" srcOrd="0" destOrd="0" parTransId="{D38870E7-3464-4E54-91B6-E7E0EAE9D128}" sibTransId="{BEA08366-7C8D-40F2-B104-989ED6E3B6E7}"/>
    <dgm:cxn modelId="{B0C9EB60-D40F-404D-BF56-64359D484A5C}" type="presOf" srcId="{5ADDBB2E-88BA-429C-82EB-0FDC93F495F5}" destId="{02F8069A-EF2E-4201-9A0D-4F666C297FA9}" srcOrd="0" destOrd="0" presId="urn:microsoft.com/office/officeart/2018/2/layout/IconLabelList"/>
    <dgm:cxn modelId="{D395BA61-F159-422B-9507-EDC92A93FA60}" type="presOf" srcId="{2BE9F6B2-5CFD-46BB-BE0A-FBF9CA0DCF32}" destId="{B5290E1D-AD24-4908-A616-EA2F498137C7}" srcOrd="0" destOrd="0" presId="urn:microsoft.com/office/officeart/2018/2/layout/IconLabelList"/>
    <dgm:cxn modelId="{C1C7A091-96A4-4178-9772-D93DCF97864A}" srcId="{7E07BED7-709F-4613-8BAB-98633DF9AD6F}" destId="{A62B8C33-5A5B-466B-847F-5E508BB4D60B}" srcOrd="3" destOrd="0" parTransId="{C4D1724B-B185-485A-BF3B-E4C6D5F76A8E}" sibTransId="{61848B89-A8EE-4D9C-BF57-C6A776FB93C0}"/>
    <dgm:cxn modelId="{3410FA9D-104A-46CA-A2F5-C295ED8E74E0}" type="presOf" srcId="{1AB46FC1-4390-42B0-BC78-82AAA0114220}" destId="{CA4FA40B-16AC-49A4-B374-34817D98D9B4}" srcOrd="0" destOrd="0" presId="urn:microsoft.com/office/officeart/2018/2/layout/IconLabelList"/>
    <dgm:cxn modelId="{5354DBB2-02A3-4110-8B85-9F78A237B8F6}" srcId="{7E07BED7-709F-4613-8BAB-98633DF9AD6F}" destId="{1AB46FC1-4390-42B0-BC78-82AAA0114220}" srcOrd="1" destOrd="0" parTransId="{F9B3D7A8-F502-4000-B617-51BBB1E0DE11}" sibTransId="{A2B0C242-EA8A-42AA-9AF7-A17505A05ED5}"/>
    <dgm:cxn modelId="{F536F9CA-342A-46E8-8964-AC138968F444}" type="presOf" srcId="{A62B8C33-5A5B-466B-847F-5E508BB4D60B}" destId="{F6CF26FA-52A1-49B8-8026-7B061758D3B4}" srcOrd="0" destOrd="0" presId="urn:microsoft.com/office/officeart/2018/2/layout/IconLabelList"/>
    <dgm:cxn modelId="{234E75D0-1C77-4EDD-A183-224FC4DC8B56}" type="presOf" srcId="{7E07BED7-709F-4613-8BAB-98633DF9AD6F}" destId="{EEE1C8BE-6178-417F-AE1C-B8102FCB7096}" srcOrd="0" destOrd="0" presId="urn:microsoft.com/office/officeart/2018/2/layout/IconLabelList"/>
    <dgm:cxn modelId="{41C1B1EE-12D9-42C6-9737-997089D2CD53}" srcId="{7E07BED7-709F-4613-8BAB-98633DF9AD6F}" destId="{2BE9F6B2-5CFD-46BB-BE0A-FBF9CA0DCF32}" srcOrd="4" destOrd="0" parTransId="{B0AB8C0B-70DF-487E-9B43-6F142DB110B6}" sibTransId="{BFE31B4C-5B22-46B4-9AD9-D26E1AB65A18}"/>
    <dgm:cxn modelId="{D5024144-3C85-4521-A5C4-43B7F688B8C1}" type="presParOf" srcId="{EEE1C8BE-6178-417F-AE1C-B8102FCB7096}" destId="{21F42C5E-8393-4F1C-A620-E07ABCC20A31}" srcOrd="0" destOrd="0" presId="urn:microsoft.com/office/officeart/2018/2/layout/IconLabelList"/>
    <dgm:cxn modelId="{6D0FAFDE-BD1A-48BD-943F-89B2AB05DB6C}" type="presParOf" srcId="{21F42C5E-8393-4F1C-A620-E07ABCC20A31}" destId="{D9956571-794A-4E41-BEDC-8E4089DC3A80}" srcOrd="0" destOrd="0" presId="urn:microsoft.com/office/officeart/2018/2/layout/IconLabelList"/>
    <dgm:cxn modelId="{0F1527E8-2A33-4CFC-ADB7-6A009A4E2329}" type="presParOf" srcId="{21F42C5E-8393-4F1C-A620-E07ABCC20A31}" destId="{DF689854-2C01-4574-AC04-59AB99FE848D}" srcOrd="1" destOrd="0" presId="urn:microsoft.com/office/officeart/2018/2/layout/IconLabelList"/>
    <dgm:cxn modelId="{BBE062E2-0005-4789-B891-F80E6E7F5EC0}" type="presParOf" srcId="{21F42C5E-8393-4F1C-A620-E07ABCC20A31}" destId="{5DE907AB-ECFC-467B-84F7-602A4E7D00C6}" srcOrd="2" destOrd="0" presId="urn:microsoft.com/office/officeart/2018/2/layout/IconLabelList"/>
    <dgm:cxn modelId="{089917EA-C207-40B9-876C-CE9A0CF71B7D}" type="presParOf" srcId="{EEE1C8BE-6178-417F-AE1C-B8102FCB7096}" destId="{BC821888-C6DF-4829-A7B8-EC446801E463}" srcOrd="1" destOrd="0" presId="urn:microsoft.com/office/officeart/2018/2/layout/IconLabelList"/>
    <dgm:cxn modelId="{F3162532-6D57-484C-811A-088E7D13AEBD}" type="presParOf" srcId="{EEE1C8BE-6178-417F-AE1C-B8102FCB7096}" destId="{0F73E84E-FA4C-4655-B58C-EE45B02A6763}" srcOrd="2" destOrd="0" presId="urn:microsoft.com/office/officeart/2018/2/layout/IconLabelList"/>
    <dgm:cxn modelId="{5FA39333-3FBC-4369-AF03-55E2E6D98E1A}" type="presParOf" srcId="{0F73E84E-FA4C-4655-B58C-EE45B02A6763}" destId="{10EBB11E-3B81-43EE-A9CD-4B79790650B9}" srcOrd="0" destOrd="0" presId="urn:microsoft.com/office/officeart/2018/2/layout/IconLabelList"/>
    <dgm:cxn modelId="{D266A58F-8619-41DF-8CE2-E933586ABE78}" type="presParOf" srcId="{0F73E84E-FA4C-4655-B58C-EE45B02A6763}" destId="{AE1850D9-E848-4B40-A96B-511CB88D266E}" srcOrd="1" destOrd="0" presId="urn:microsoft.com/office/officeart/2018/2/layout/IconLabelList"/>
    <dgm:cxn modelId="{30590919-B585-49F5-B59C-A15726730251}" type="presParOf" srcId="{0F73E84E-FA4C-4655-B58C-EE45B02A6763}" destId="{CA4FA40B-16AC-49A4-B374-34817D98D9B4}" srcOrd="2" destOrd="0" presId="urn:microsoft.com/office/officeart/2018/2/layout/IconLabelList"/>
    <dgm:cxn modelId="{B0ADD630-3C99-4405-81F8-3E7B070672D9}" type="presParOf" srcId="{EEE1C8BE-6178-417F-AE1C-B8102FCB7096}" destId="{7B1B1AC1-F8BF-4F4A-889E-0065664A4058}" srcOrd="3" destOrd="0" presId="urn:microsoft.com/office/officeart/2018/2/layout/IconLabelList"/>
    <dgm:cxn modelId="{B7F28F9B-3DB3-4C55-BFB0-505973D04048}" type="presParOf" srcId="{EEE1C8BE-6178-417F-AE1C-B8102FCB7096}" destId="{8B48CBD7-4F93-42AC-BF5A-C52E0695013C}" srcOrd="4" destOrd="0" presId="urn:microsoft.com/office/officeart/2018/2/layout/IconLabelList"/>
    <dgm:cxn modelId="{C4DF18CF-21B2-476C-881D-F80273EB6D7A}" type="presParOf" srcId="{8B48CBD7-4F93-42AC-BF5A-C52E0695013C}" destId="{0A16E72E-5B71-4017-AFAE-9D30FF7F01BB}" srcOrd="0" destOrd="0" presId="urn:microsoft.com/office/officeart/2018/2/layout/IconLabelList"/>
    <dgm:cxn modelId="{C5E9C0E7-9D83-472F-B53B-AF81DE3510E1}" type="presParOf" srcId="{8B48CBD7-4F93-42AC-BF5A-C52E0695013C}" destId="{16AF04AF-87B8-4484-B69E-BFEF722F8011}" srcOrd="1" destOrd="0" presId="urn:microsoft.com/office/officeart/2018/2/layout/IconLabelList"/>
    <dgm:cxn modelId="{3F9F4684-60D0-4F8D-8826-32FE6B4A1F6D}" type="presParOf" srcId="{8B48CBD7-4F93-42AC-BF5A-C52E0695013C}" destId="{02F8069A-EF2E-4201-9A0D-4F666C297FA9}" srcOrd="2" destOrd="0" presId="urn:microsoft.com/office/officeart/2018/2/layout/IconLabelList"/>
    <dgm:cxn modelId="{E3BADCBE-2964-42D3-975F-5698D28A8728}" type="presParOf" srcId="{EEE1C8BE-6178-417F-AE1C-B8102FCB7096}" destId="{01990385-2CB2-4289-A80C-8BFE0D340AE2}" srcOrd="5" destOrd="0" presId="urn:microsoft.com/office/officeart/2018/2/layout/IconLabelList"/>
    <dgm:cxn modelId="{DE815DB9-92F6-4F07-B2C6-8CD42A16A3E0}" type="presParOf" srcId="{EEE1C8BE-6178-417F-AE1C-B8102FCB7096}" destId="{A45E9D44-9BA8-4F9B-B1E3-F8CD7F1B7ED1}" srcOrd="6" destOrd="0" presId="urn:microsoft.com/office/officeart/2018/2/layout/IconLabelList"/>
    <dgm:cxn modelId="{89BB1567-776E-4D73-85FB-312BD0529EAB}" type="presParOf" srcId="{A45E9D44-9BA8-4F9B-B1E3-F8CD7F1B7ED1}" destId="{DC8D6EDE-2A48-4784-954B-7440DEE7C13D}" srcOrd="0" destOrd="0" presId="urn:microsoft.com/office/officeart/2018/2/layout/IconLabelList"/>
    <dgm:cxn modelId="{979C1FE4-A9BA-4FBA-A843-D95F5D4DAAB6}" type="presParOf" srcId="{A45E9D44-9BA8-4F9B-B1E3-F8CD7F1B7ED1}" destId="{AA9AD7A6-8FD0-48CB-BBCC-40B1C6C7C673}" srcOrd="1" destOrd="0" presId="urn:microsoft.com/office/officeart/2018/2/layout/IconLabelList"/>
    <dgm:cxn modelId="{D3FBFF06-C1AC-4D0A-8E39-027866868D87}" type="presParOf" srcId="{A45E9D44-9BA8-4F9B-B1E3-F8CD7F1B7ED1}" destId="{F6CF26FA-52A1-49B8-8026-7B061758D3B4}" srcOrd="2" destOrd="0" presId="urn:microsoft.com/office/officeart/2018/2/layout/IconLabelList"/>
    <dgm:cxn modelId="{2034750C-9969-48F8-B332-BE4D56CA9C3F}" type="presParOf" srcId="{EEE1C8BE-6178-417F-AE1C-B8102FCB7096}" destId="{59026406-3ADD-4150-9FFC-A259D32CECC1}" srcOrd="7" destOrd="0" presId="urn:microsoft.com/office/officeart/2018/2/layout/IconLabelList"/>
    <dgm:cxn modelId="{C1271A6E-1253-48F2-99C5-C0D5091CD024}" type="presParOf" srcId="{EEE1C8BE-6178-417F-AE1C-B8102FCB7096}" destId="{25EA8CBB-C3B2-4CB0-8DC9-9C02F9D25071}" srcOrd="8" destOrd="0" presId="urn:microsoft.com/office/officeart/2018/2/layout/IconLabelList"/>
    <dgm:cxn modelId="{648DDA56-BDE5-4526-B1D4-16BDDD0E25E4}" type="presParOf" srcId="{25EA8CBB-C3B2-4CB0-8DC9-9C02F9D25071}" destId="{1DAC810A-4FCE-428A-A4B0-738973CDD6C5}" srcOrd="0" destOrd="0" presId="urn:microsoft.com/office/officeart/2018/2/layout/IconLabelList"/>
    <dgm:cxn modelId="{EBFA5415-EB1B-4F4C-8603-01217A205846}" type="presParOf" srcId="{25EA8CBB-C3B2-4CB0-8DC9-9C02F9D25071}" destId="{9653E8DE-83BE-4945-9E72-F87A4BA2E793}" srcOrd="1" destOrd="0" presId="urn:microsoft.com/office/officeart/2018/2/layout/IconLabelList"/>
    <dgm:cxn modelId="{05AB0FF2-0DC1-4AFE-890B-C1381BCBB5B3}" type="presParOf" srcId="{25EA8CBB-C3B2-4CB0-8DC9-9C02F9D25071}" destId="{B5290E1D-AD24-4908-A616-EA2F498137C7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EB9D013C-DCA9-4156-9DB3-15908B379B14}" type="doc">
      <dgm:prSet loTypeId="urn:microsoft.com/office/officeart/2005/8/layout/default" loCatId="list" qsTypeId="urn:microsoft.com/office/officeart/2005/8/quickstyle/simple5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72E7A10A-D6FA-403A-94C9-41760340CBD9}">
      <dgm:prSet/>
      <dgm:spPr/>
      <dgm:t>
        <a:bodyPr/>
        <a:lstStyle/>
        <a:p>
          <a:r>
            <a:rPr lang="en-IN" b="1"/>
            <a:t>Primary Business Goal</a:t>
          </a:r>
          <a:endParaRPr lang="en-US"/>
        </a:p>
      </dgm:t>
    </dgm:pt>
    <dgm:pt modelId="{A5905209-1E85-461B-BC33-08052E7B01D0}" type="parTrans" cxnId="{8BDC3A46-C67D-4325-8DB6-34699B34C675}">
      <dgm:prSet/>
      <dgm:spPr/>
      <dgm:t>
        <a:bodyPr/>
        <a:lstStyle/>
        <a:p>
          <a:endParaRPr lang="en-US"/>
        </a:p>
      </dgm:t>
    </dgm:pt>
    <dgm:pt modelId="{A33F6B3D-AB00-4260-9787-4F9608E114EA}" type="sibTrans" cxnId="{8BDC3A46-C67D-4325-8DB6-34699B34C675}">
      <dgm:prSet/>
      <dgm:spPr/>
      <dgm:t>
        <a:bodyPr/>
        <a:lstStyle/>
        <a:p>
          <a:endParaRPr lang="en-US"/>
        </a:p>
      </dgm:t>
    </dgm:pt>
    <dgm:pt modelId="{C71BF728-5AA1-4FC1-A70F-A893B47A0B7C}">
      <dgm:prSet/>
      <dgm:spPr/>
      <dgm:t>
        <a:bodyPr/>
        <a:lstStyle/>
        <a:p>
          <a:r>
            <a:rPr lang="en-IN" dirty="0"/>
            <a:t>To develop a scalable, secure, and API-driven movie streaming web application with integrated analytics and moderation features.</a:t>
          </a:r>
          <a:endParaRPr lang="en-US" dirty="0"/>
        </a:p>
      </dgm:t>
    </dgm:pt>
    <dgm:pt modelId="{7786D636-1810-46CD-A4CE-45949B413D1F}" type="parTrans" cxnId="{E1CA6F36-821D-4631-8D6F-04F121E32835}">
      <dgm:prSet/>
      <dgm:spPr/>
      <dgm:t>
        <a:bodyPr/>
        <a:lstStyle/>
        <a:p>
          <a:endParaRPr lang="en-US"/>
        </a:p>
      </dgm:t>
    </dgm:pt>
    <dgm:pt modelId="{8AF62CE8-64C7-4C26-BC84-D9B015D2D550}" type="sibTrans" cxnId="{E1CA6F36-821D-4631-8D6F-04F121E32835}">
      <dgm:prSet/>
      <dgm:spPr/>
      <dgm:t>
        <a:bodyPr/>
        <a:lstStyle/>
        <a:p>
          <a:endParaRPr lang="en-US"/>
        </a:p>
      </dgm:t>
    </dgm:pt>
    <dgm:pt modelId="{E3C26A30-DE96-448B-B5EE-9D15C98E8E62}">
      <dgm:prSet/>
      <dgm:spPr/>
      <dgm:t>
        <a:bodyPr/>
        <a:lstStyle/>
        <a:p>
          <a:r>
            <a:rPr lang="en-IN" b="1"/>
            <a:t>Key Performance Indicators (KPIs)</a:t>
          </a:r>
          <a:endParaRPr lang="en-US"/>
        </a:p>
      </dgm:t>
    </dgm:pt>
    <dgm:pt modelId="{E0883E29-A6E2-4E42-B1F2-44694160DB98}" type="parTrans" cxnId="{7628C7FD-8F5A-4675-85E7-F225C453FD09}">
      <dgm:prSet/>
      <dgm:spPr/>
      <dgm:t>
        <a:bodyPr/>
        <a:lstStyle/>
        <a:p>
          <a:endParaRPr lang="en-US"/>
        </a:p>
      </dgm:t>
    </dgm:pt>
    <dgm:pt modelId="{D9814EFC-86C7-4FB9-B7A4-20FDB8C0E36B}" type="sibTrans" cxnId="{7628C7FD-8F5A-4675-85E7-F225C453FD09}">
      <dgm:prSet/>
      <dgm:spPr/>
      <dgm:t>
        <a:bodyPr/>
        <a:lstStyle/>
        <a:p>
          <a:endParaRPr lang="en-US"/>
        </a:p>
      </dgm:t>
    </dgm:pt>
    <dgm:pt modelId="{6ADA4AA0-5E9F-400C-BB6E-C0B5BCFB722F}">
      <dgm:prSet/>
      <dgm:spPr/>
      <dgm:t>
        <a:bodyPr/>
        <a:lstStyle/>
        <a:p>
          <a:r>
            <a:rPr lang="en-IN"/>
            <a:t>Number of movie views tracked</a:t>
          </a:r>
          <a:endParaRPr lang="en-US"/>
        </a:p>
      </dgm:t>
    </dgm:pt>
    <dgm:pt modelId="{713EE5AF-57AC-45FF-9D70-74E6A2CF007D}" type="parTrans" cxnId="{90C25670-7972-4702-B83D-644BC8E9B7D3}">
      <dgm:prSet/>
      <dgm:spPr/>
      <dgm:t>
        <a:bodyPr/>
        <a:lstStyle/>
        <a:p>
          <a:endParaRPr lang="en-US"/>
        </a:p>
      </dgm:t>
    </dgm:pt>
    <dgm:pt modelId="{D3822C21-033D-4C3D-B585-BA811A280BE6}" type="sibTrans" cxnId="{90C25670-7972-4702-B83D-644BC8E9B7D3}">
      <dgm:prSet/>
      <dgm:spPr/>
      <dgm:t>
        <a:bodyPr/>
        <a:lstStyle/>
        <a:p>
          <a:endParaRPr lang="en-US"/>
        </a:p>
      </dgm:t>
    </dgm:pt>
    <dgm:pt modelId="{5C320ACA-33B8-4351-A209-4AA38BA8A042}">
      <dgm:prSet/>
      <dgm:spPr/>
      <dgm:t>
        <a:bodyPr/>
        <a:lstStyle/>
        <a:p>
          <a:r>
            <a:rPr lang="en-IN"/>
            <a:t>Watchlist additions per user</a:t>
          </a:r>
          <a:endParaRPr lang="en-US"/>
        </a:p>
      </dgm:t>
    </dgm:pt>
    <dgm:pt modelId="{C531165F-5F05-4DDC-901B-517D11CF30E4}" type="parTrans" cxnId="{4E931894-E062-4999-8B45-03F94202162A}">
      <dgm:prSet/>
      <dgm:spPr/>
      <dgm:t>
        <a:bodyPr/>
        <a:lstStyle/>
        <a:p>
          <a:endParaRPr lang="en-US"/>
        </a:p>
      </dgm:t>
    </dgm:pt>
    <dgm:pt modelId="{714FAC71-DB60-4D96-9F06-4F672EAE0A96}" type="sibTrans" cxnId="{4E931894-E062-4999-8B45-03F94202162A}">
      <dgm:prSet/>
      <dgm:spPr/>
      <dgm:t>
        <a:bodyPr/>
        <a:lstStyle/>
        <a:p>
          <a:endParaRPr lang="en-US"/>
        </a:p>
      </dgm:t>
    </dgm:pt>
    <dgm:pt modelId="{DC6F8BCD-2121-487B-B160-0D195C140509}">
      <dgm:prSet/>
      <dgm:spPr/>
      <dgm:t>
        <a:bodyPr/>
        <a:lstStyle/>
        <a:p>
          <a:r>
            <a:rPr lang="en-IN"/>
            <a:t>Average movie rating submissions</a:t>
          </a:r>
          <a:endParaRPr lang="en-US"/>
        </a:p>
      </dgm:t>
    </dgm:pt>
    <dgm:pt modelId="{CACD7A49-9DFE-4043-9AC3-DF77B6544097}" type="parTrans" cxnId="{B38A1E61-58A4-4E04-B5A5-A7BA955FF476}">
      <dgm:prSet/>
      <dgm:spPr/>
      <dgm:t>
        <a:bodyPr/>
        <a:lstStyle/>
        <a:p>
          <a:endParaRPr lang="en-US"/>
        </a:p>
      </dgm:t>
    </dgm:pt>
    <dgm:pt modelId="{B65732CF-7F2A-47B3-9549-4CE349FF5E30}" type="sibTrans" cxnId="{B38A1E61-58A4-4E04-B5A5-A7BA955FF476}">
      <dgm:prSet/>
      <dgm:spPr/>
      <dgm:t>
        <a:bodyPr/>
        <a:lstStyle/>
        <a:p>
          <a:endParaRPr lang="en-US"/>
        </a:p>
      </dgm:t>
    </dgm:pt>
    <dgm:pt modelId="{D5D38DBB-14C0-4F2B-93B6-8BBA11C26131}">
      <dgm:prSet/>
      <dgm:spPr/>
      <dgm:t>
        <a:bodyPr/>
        <a:lstStyle/>
        <a:p>
          <a:r>
            <a:rPr lang="en-IN"/>
            <a:t>Daily active user views</a:t>
          </a:r>
          <a:endParaRPr lang="en-US"/>
        </a:p>
      </dgm:t>
    </dgm:pt>
    <dgm:pt modelId="{40B592A4-56E1-40B6-BD8D-269491D1954D}" type="parTrans" cxnId="{CC003B87-AE67-45D8-83BF-E5E8CE4054DA}">
      <dgm:prSet/>
      <dgm:spPr/>
      <dgm:t>
        <a:bodyPr/>
        <a:lstStyle/>
        <a:p>
          <a:endParaRPr lang="en-US"/>
        </a:p>
      </dgm:t>
    </dgm:pt>
    <dgm:pt modelId="{3E668FC0-056C-4536-817A-C573CDC166BA}" type="sibTrans" cxnId="{CC003B87-AE67-45D8-83BF-E5E8CE4054DA}">
      <dgm:prSet/>
      <dgm:spPr/>
      <dgm:t>
        <a:bodyPr/>
        <a:lstStyle/>
        <a:p>
          <a:endParaRPr lang="en-US"/>
        </a:p>
      </dgm:t>
    </dgm:pt>
    <dgm:pt modelId="{67794DA8-6B38-4188-A16B-0B4A8705AFDA}">
      <dgm:prSet/>
      <dgm:spPr/>
      <dgm:t>
        <a:bodyPr/>
        <a:lstStyle/>
        <a:p>
          <a:r>
            <a:rPr lang="en-IN"/>
            <a:t>Supervisor dashboard engagement metrics</a:t>
          </a:r>
          <a:endParaRPr lang="en-US"/>
        </a:p>
      </dgm:t>
    </dgm:pt>
    <dgm:pt modelId="{BD8D4ADE-8FA5-46EC-BE93-6CE8950B4F5C}" type="parTrans" cxnId="{3C79AB0A-4828-48FD-BD37-FB5317018766}">
      <dgm:prSet/>
      <dgm:spPr/>
      <dgm:t>
        <a:bodyPr/>
        <a:lstStyle/>
        <a:p>
          <a:endParaRPr lang="en-US"/>
        </a:p>
      </dgm:t>
    </dgm:pt>
    <dgm:pt modelId="{A2158AE8-E4C2-472D-85E1-B37ED96D50B1}" type="sibTrans" cxnId="{3C79AB0A-4828-48FD-BD37-FB5317018766}">
      <dgm:prSet/>
      <dgm:spPr/>
      <dgm:t>
        <a:bodyPr/>
        <a:lstStyle/>
        <a:p>
          <a:endParaRPr lang="en-US"/>
        </a:p>
      </dgm:t>
    </dgm:pt>
    <dgm:pt modelId="{8DEFDFE2-BC0C-B34D-BA3A-2940735C8E58}" type="pres">
      <dgm:prSet presAssocID="{EB9D013C-DCA9-4156-9DB3-15908B379B14}" presName="diagram" presStyleCnt="0">
        <dgm:presLayoutVars>
          <dgm:dir/>
          <dgm:resizeHandles val="exact"/>
        </dgm:presLayoutVars>
      </dgm:prSet>
      <dgm:spPr/>
    </dgm:pt>
    <dgm:pt modelId="{C9452285-078B-F848-9CB9-5D6F2839DBF0}" type="pres">
      <dgm:prSet presAssocID="{72E7A10A-D6FA-403A-94C9-41760340CBD9}" presName="node" presStyleLbl="node1" presStyleIdx="0" presStyleCnt="8">
        <dgm:presLayoutVars>
          <dgm:bulletEnabled val="1"/>
        </dgm:presLayoutVars>
      </dgm:prSet>
      <dgm:spPr/>
    </dgm:pt>
    <dgm:pt modelId="{0FB64BEB-5DD1-3A46-BCB2-6095257D804D}" type="pres">
      <dgm:prSet presAssocID="{A33F6B3D-AB00-4260-9787-4F9608E114EA}" presName="sibTrans" presStyleCnt="0"/>
      <dgm:spPr/>
    </dgm:pt>
    <dgm:pt modelId="{316E341B-085E-7D42-A620-4EE5D2A595B6}" type="pres">
      <dgm:prSet presAssocID="{C71BF728-5AA1-4FC1-A70F-A893B47A0B7C}" presName="node" presStyleLbl="node1" presStyleIdx="1" presStyleCnt="8">
        <dgm:presLayoutVars>
          <dgm:bulletEnabled val="1"/>
        </dgm:presLayoutVars>
      </dgm:prSet>
      <dgm:spPr/>
    </dgm:pt>
    <dgm:pt modelId="{5C8F6250-E3A1-704F-9D13-9217D50CFA39}" type="pres">
      <dgm:prSet presAssocID="{8AF62CE8-64C7-4C26-BC84-D9B015D2D550}" presName="sibTrans" presStyleCnt="0"/>
      <dgm:spPr/>
    </dgm:pt>
    <dgm:pt modelId="{5955F245-5C84-3744-BED0-E0BC4DAB2D7B}" type="pres">
      <dgm:prSet presAssocID="{E3C26A30-DE96-448B-B5EE-9D15C98E8E62}" presName="node" presStyleLbl="node1" presStyleIdx="2" presStyleCnt="8">
        <dgm:presLayoutVars>
          <dgm:bulletEnabled val="1"/>
        </dgm:presLayoutVars>
      </dgm:prSet>
      <dgm:spPr/>
    </dgm:pt>
    <dgm:pt modelId="{5B64E28F-A03D-C146-8F17-874F99CA22FB}" type="pres">
      <dgm:prSet presAssocID="{D9814EFC-86C7-4FB9-B7A4-20FDB8C0E36B}" presName="sibTrans" presStyleCnt="0"/>
      <dgm:spPr/>
    </dgm:pt>
    <dgm:pt modelId="{BE530B66-4FCF-CB48-BA3A-36BEAB87DC5B}" type="pres">
      <dgm:prSet presAssocID="{6ADA4AA0-5E9F-400C-BB6E-C0B5BCFB722F}" presName="node" presStyleLbl="node1" presStyleIdx="3" presStyleCnt="8">
        <dgm:presLayoutVars>
          <dgm:bulletEnabled val="1"/>
        </dgm:presLayoutVars>
      </dgm:prSet>
      <dgm:spPr/>
    </dgm:pt>
    <dgm:pt modelId="{7BFEA063-3C2A-5145-B84B-CDB2E06B3FAC}" type="pres">
      <dgm:prSet presAssocID="{D3822C21-033D-4C3D-B585-BA811A280BE6}" presName="sibTrans" presStyleCnt="0"/>
      <dgm:spPr/>
    </dgm:pt>
    <dgm:pt modelId="{A13C411E-E2EB-624B-9F16-BBB95254FDC8}" type="pres">
      <dgm:prSet presAssocID="{5C320ACA-33B8-4351-A209-4AA38BA8A042}" presName="node" presStyleLbl="node1" presStyleIdx="4" presStyleCnt="8">
        <dgm:presLayoutVars>
          <dgm:bulletEnabled val="1"/>
        </dgm:presLayoutVars>
      </dgm:prSet>
      <dgm:spPr/>
    </dgm:pt>
    <dgm:pt modelId="{ABF880A2-0374-9A40-BDB4-29C8FF7B4542}" type="pres">
      <dgm:prSet presAssocID="{714FAC71-DB60-4D96-9F06-4F672EAE0A96}" presName="sibTrans" presStyleCnt="0"/>
      <dgm:spPr/>
    </dgm:pt>
    <dgm:pt modelId="{25DA2CF7-D7F9-0342-8715-86DA18163788}" type="pres">
      <dgm:prSet presAssocID="{DC6F8BCD-2121-487B-B160-0D195C140509}" presName="node" presStyleLbl="node1" presStyleIdx="5" presStyleCnt="8">
        <dgm:presLayoutVars>
          <dgm:bulletEnabled val="1"/>
        </dgm:presLayoutVars>
      </dgm:prSet>
      <dgm:spPr/>
    </dgm:pt>
    <dgm:pt modelId="{5F9F9D2B-8DDA-4D4F-A915-2792FFDB43B0}" type="pres">
      <dgm:prSet presAssocID="{B65732CF-7F2A-47B3-9549-4CE349FF5E30}" presName="sibTrans" presStyleCnt="0"/>
      <dgm:spPr/>
    </dgm:pt>
    <dgm:pt modelId="{A7A98CB0-7D79-1941-B2A0-EFA78D725726}" type="pres">
      <dgm:prSet presAssocID="{D5D38DBB-14C0-4F2B-93B6-8BBA11C26131}" presName="node" presStyleLbl="node1" presStyleIdx="6" presStyleCnt="8">
        <dgm:presLayoutVars>
          <dgm:bulletEnabled val="1"/>
        </dgm:presLayoutVars>
      </dgm:prSet>
      <dgm:spPr/>
    </dgm:pt>
    <dgm:pt modelId="{D3E8CB9F-BEFC-064E-A5A2-3264CE4C0319}" type="pres">
      <dgm:prSet presAssocID="{3E668FC0-056C-4536-817A-C573CDC166BA}" presName="sibTrans" presStyleCnt="0"/>
      <dgm:spPr/>
    </dgm:pt>
    <dgm:pt modelId="{DAD8C7C0-D9D6-874F-B782-25EF436AAD19}" type="pres">
      <dgm:prSet presAssocID="{67794DA8-6B38-4188-A16B-0B4A8705AFDA}" presName="node" presStyleLbl="node1" presStyleIdx="7" presStyleCnt="8">
        <dgm:presLayoutVars>
          <dgm:bulletEnabled val="1"/>
        </dgm:presLayoutVars>
      </dgm:prSet>
      <dgm:spPr/>
    </dgm:pt>
  </dgm:ptLst>
  <dgm:cxnLst>
    <dgm:cxn modelId="{3C79AB0A-4828-48FD-BD37-FB5317018766}" srcId="{EB9D013C-DCA9-4156-9DB3-15908B379B14}" destId="{67794DA8-6B38-4188-A16B-0B4A8705AFDA}" srcOrd="7" destOrd="0" parTransId="{BD8D4ADE-8FA5-46EC-BE93-6CE8950B4F5C}" sibTransId="{A2158AE8-E4C2-472D-85E1-B37ED96D50B1}"/>
    <dgm:cxn modelId="{DC8FBF0F-7FE0-6D44-91B6-FCB12D589270}" type="presOf" srcId="{C71BF728-5AA1-4FC1-A70F-A893B47A0B7C}" destId="{316E341B-085E-7D42-A620-4EE5D2A595B6}" srcOrd="0" destOrd="0" presId="urn:microsoft.com/office/officeart/2005/8/layout/default"/>
    <dgm:cxn modelId="{E1CA6F36-821D-4631-8D6F-04F121E32835}" srcId="{EB9D013C-DCA9-4156-9DB3-15908B379B14}" destId="{C71BF728-5AA1-4FC1-A70F-A893B47A0B7C}" srcOrd="1" destOrd="0" parTransId="{7786D636-1810-46CD-A4CE-45949B413D1F}" sibTransId="{8AF62CE8-64C7-4C26-BC84-D9B015D2D550}"/>
    <dgm:cxn modelId="{8BDC3A46-C67D-4325-8DB6-34699B34C675}" srcId="{EB9D013C-DCA9-4156-9DB3-15908B379B14}" destId="{72E7A10A-D6FA-403A-94C9-41760340CBD9}" srcOrd="0" destOrd="0" parTransId="{A5905209-1E85-461B-BC33-08052E7B01D0}" sibTransId="{A33F6B3D-AB00-4260-9787-4F9608E114EA}"/>
    <dgm:cxn modelId="{99478D5D-6FDF-5A47-8F5A-2E1140ED5087}" type="presOf" srcId="{D5D38DBB-14C0-4F2B-93B6-8BBA11C26131}" destId="{A7A98CB0-7D79-1941-B2A0-EFA78D725726}" srcOrd="0" destOrd="0" presId="urn:microsoft.com/office/officeart/2005/8/layout/default"/>
    <dgm:cxn modelId="{B38A1E61-58A4-4E04-B5A5-A7BA955FF476}" srcId="{EB9D013C-DCA9-4156-9DB3-15908B379B14}" destId="{DC6F8BCD-2121-487B-B160-0D195C140509}" srcOrd="5" destOrd="0" parTransId="{CACD7A49-9DFE-4043-9AC3-DF77B6544097}" sibTransId="{B65732CF-7F2A-47B3-9549-4CE349FF5E30}"/>
    <dgm:cxn modelId="{90C25670-7972-4702-B83D-644BC8E9B7D3}" srcId="{EB9D013C-DCA9-4156-9DB3-15908B379B14}" destId="{6ADA4AA0-5E9F-400C-BB6E-C0B5BCFB722F}" srcOrd="3" destOrd="0" parTransId="{713EE5AF-57AC-45FF-9D70-74E6A2CF007D}" sibTransId="{D3822C21-033D-4C3D-B585-BA811A280BE6}"/>
    <dgm:cxn modelId="{CC003B87-AE67-45D8-83BF-E5E8CE4054DA}" srcId="{EB9D013C-DCA9-4156-9DB3-15908B379B14}" destId="{D5D38DBB-14C0-4F2B-93B6-8BBA11C26131}" srcOrd="6" destOrd="0" parTransId="{40B592A4-56E1-40B6-BD8D-269491D1954D}" sibTransId="{3E668FC0-056C-4536-817A-C573CDC166BA}"/>
    <dgm:cxn modelId="{3C0A738E-7CC3-E840-BA19-9D2DB5BC798F}" type="presOf" srcId="{DC6F8BCD-2121-487B-B160-0D195C140509}" destId="{25DA2CF7-D7F9-0342-8715-86DA18163788}" srcOrd="0" destOrd="0" presId="urn:microsoft.com/office/officeart/2005/8/layout/default"/>
    <dgm:cxn modelId="{D690F18E-0245-4E4B-8291-0792E270B98D}" type="presOf" srcId="{5C320ACA-33B8-4351-A209-4AA38BA8A042}" destId="{A13C411E-E2EB-624B-9F16-BBB95254FDC8}" srcOrd="0" destOrd="0" presId="urn:microsoft.com/office/officeart/2005/8/layout/default"/>
    <dgm:cxn modelId="{4E931894-E062-4999-8B45-03F94202162A}" srcId="{EB9D013C-DCA9-4156-9DB3-15908B379B14}" destId="{5C320ACA-33B8-4351-A209-4AA38BA8A042}" srcOrd="4" destOrd="0" parTransId="{C531165F-5F05-4DDC-901B-517D11CF30E4}" sibTransId="{714FAC71-DB60-4D96-9F06-4F672EAE0A96}"/>
    <dgm:cxn modelId="{5E53CB9E-02D6-5641-BB55-3649E42E71C7}" type="presOf" srcId="{EB9D013C-DCA9-4156-9DB3-15908B379B14}" destId="{8DEFDFE2-BC0C-B34D-BA3A-2940735C8E58}" srcOrd="0" destOrd="0" presId="urn:microsoft.com/office/officeart/2005/8/layout/default"/>
    <dgm:cxn modelId="{154DB8D6-9C25-D749-A6B2-0BF850976DEC}" type="presOf" srcId="{6ADA4AA0-5E9F-400C-BB6E-C0B5BCFB722F}" destId="{BE530B66-4FCF-CB48-BA3A-36BEAB87DC5B}" srcOrd="0" destOrd="0" presId="urn:microsoft.com/office/officeart/2005/8/layout/default"/>
    <dgm:cxn modelId="{99AE3FDE-7A29-2143-88F5-65D59CF3D513}" type="presOf" srcId="{72E7A10A-D6FA-403A-94C9-41760340CBD9}" destId="{C9452285-078B-F848-9CB9-5D6F2839DBF0}" srcOrd="0" destOrd="0" presId="urn:microsoft.com/office/officeart/2005/8/layout/default"/>
    <dgm:cxn modelId="{5249BDE7-B132-BE4E-9013-510B4737E788}" type="presOf" srcId="{E3C26A30-DE96-448B-B5EE-9D15C98E8E62}" destId="{5955F245-5C84-3744-BED0-E0BC4DAB2D7B}" srcOrd="0" destOrd="0" presId="urn:microsoft.com/office/officeart/2005/8/layout/default"/>
    <dgm:cxn modelId="{B2CB8DFA-5F5C-9A46-A1A1-9C0EA106A0DF}" type="presOf" srcId="{67794DA8-6B38-4188-A16B-0B4A8705AFDA}" destId="{DAD8C7C0-D9D6-874F-B782-25EF436AAD19}" srcOrd="0" destOrd="0" presId="urn:microsoft.com/office/officeart/2005/8/layout/default"/>
    <dgm:cxn modelId="{7628C7FD-8F5A-4675-85E7-F225C453FD09}" srcId="{EB9D013C-DCA9-4156-9DB3-15908B379B14}" destId="{E3C26A30-DE96-448B-B5EE-9D15C98E8E62}" srcOrd="2" destOrd="0" parTransId="{E0883E29-A6E2-4E42-B1F2-44694160DB98}" sibTransId="{D9814EFC-86C7-4FB9-B7A4-20FDB8C0E36B}"/>
    <dgm:cxn modelId="{9F3FCD37-AB8A-3644-8FEA-27BB81E1A6C1}" type="presParOf" srcId="{8DEFDFE2-BC0C-B34D-BA3A-2940735C8E58}" destId="{C9452285-078B-F848-9CB9-5D6F2839DBF0}" srcOrd="0" destOrd="0" presId="urn:microsoft.com/office/officeart/2005/8/layout/default"/>
    <dgm:cxn modelId="{7FCCA198-FCF1-0343-83DB-4DCB97EFE76F}" type="presParOf" srcId="{8DEFDFE2-BC0C-B34D-BA3A-2940735C8E58}" destId="{0FB64BEB-5DD1-3A46-BCB2-6095257D804D}" srcOrd="1" destOrd="0" presId="urn:microsoft.com/office/officeart/2005/8/layout/default"/>
    <dgm:cxn modelId="{BF74E0D4-830A-B640-89C7-9008634DA8B4}" type="presParOf" srcId="{8DEFDFE2-BC0C-B34D-BA3A-2940735C8E58}" destId="{316E341B-085E-7D42-A620-4EE5D2A595B6}" srcOrd="2" destOrd="0" presId="urn:microsoft.com/office/officeart/2005/8/layout/default"/>
    <dgm:cxn modelId="{056452ED-6168-6E41-96E9-6BC2BF5D0812}" type="presParOf" srcId="{8DEFDFE2-BC0C-B34D-BA3A-2940735C8E58}" destId="{5C8F6250-E3A1-704F-9D13-9217D50CFA39}" srcOrd="3" destOrd="0" presId="urn:microsoft.com/office/officeart/2005/8/layout/default"/>
    <dgm:cxn modelId="{204ACEBE-6BB0-3348-AB1E-510E6A60714C}" type="presParOf" srcId="{8DEFDFE2-BC0C-B34D-BA3A-2940735C8E58}" destId="{5955F245-5C84-3744-BED0-E0BC4DAB2D7B}" srcOrd="4" destOrd="0" presId="urn:microsoft.com/office/officeart/2005/8/layout/default"/>
    <dgm:cxn modelId="{78497407-B605-1C4B-AC48-F889C6D1C4EB}" type="presParOf" srcId="{8DEFDFE2-BC0C-B34D-BA3A-2940735C8E58}" destId="{5B64E28F-A03D-C146-8F17-874F99CA22FB}" srcOrd="5" destOrd="0" presId="urn:microsoft.com/office/officeart/2005/8/layout/default"/>
    <dgm:cxn modelId="{FB6B0476-A0FE-C340-9AB0-66B7D6F3D498}" type="presParOf" srcId="{8DEFDFE2-BC0C-B34D-BA3A-2940735C8E58}" destId="{BE530B66-4FCF-CB48-BA3A-36BEAB87DC5B}" srcOrd="6" destOrd="0" presId="urn:microsoft.com/office/officeart/2005/8/layout/default"/>
    <dgm:cxn modelId="{76744593-844C-724E-914B-FE13E14FF420}" type="presParOf" srcId="{8DEFDFE2-BC0C-B34D-BA3A-2940735C8E58}" destId="{7BFEA063-3C2A-5145-B84B-CDB2E06B3FAC}" srcOrd="7" destOrd="0" presId="urn:microsoft.com/office/officeart/2005/8/layout/default"/>
    <dgm:cxn modelId="{67235078-30E5-0F4B-8077-3AEEB4FDE714}" type="presParOf" srcId="{8DEFDFE2-BC0C-B34D-BA3A-2940735C8E58}" destId="{A13C411E-E2EB-624B-9F16-BBB95254FDC8}" srcOrd="8" destOrd="0" presId="urn:microsoft.com/office/officeart/2005/8/layout/default"/>
    <dgm:cxn modelId="{D1732560-5674-5543-845A-4BA00FAC6456}" type="presParOf" srcId="{8DEFDFE2-BC0C-B34D-BA3A-2940735C8E58}" destId="{ABF880A2-0374-9A40-BDB4-29C8FF7B4542}" srcOrd="9" destOrd="0" presId="urn:microsoft.com/office/officeart/2005/8/layout/default"/>
    <dgm:cxn modelId="{C3ED64D4-ED5F-FC44-B48B-1E2956F33F69}" type="presParOf" srcId="{8DEFDFE2-BC0C-B34D-BA3A-2940735C8E58}" destId="{25DA2CF7-D7F9-0342-8715-86DA18163788}" srcOrd="10" destOrd="0" presId="urn:microsoft.com/office/officeart/2005/8/layout/default"/>
    <dgm:cxn modelId="{C85E6175-097C-7342-84A3-792BC48C0C8C}" type="presParOf" srcId="{8DEFDFE2-BC0C-B34D-BA3A-2940735C8E58}" destId="{5F9F9D2B-8DDA-4D4F-A915-2792FFDB43B0}" srcOrd="11" destOrd="0" presId="urn:microsoft.com/office/officeart/2005/8/layout/default"/>
    <dgm:cxn modelId="{4F4C1DF9-519C-314E-98AC-FEF1780A29FC}" type="presParOf" srcId="{8DEFDFE2-BC0C-B34D-BA3A-2940735C8E58}" destId="{A7A98CB0-7D79-1941-B2A0-EFA78D725726}" srcOrd="12" destOrd="0" presId="urn:microsoft.com/office/officeart/2005/8/layout/default"/>
    <dgm:cxn modelId="{F705B4B1-19C4-1443-BC46-CEAB0B144CDF}" type="presParOf" srcId="{8DEFDFE2-BC0C-B34D-BA3A-2940735C8E58}" destId="{D3E8CB9F-BEFC-064E-A5A2-3264CE4C0319}" srcOrd="13" destOrd="0" presId="urn:microsoft.com/office/officeart/2005/8/layout/default"/>
    <dgm:cxn modelId="{C80585A5-F623-1F41-9E1D-76E0B7B98F42}" type="presParOf" srcId="{8DEFDFE2-BC0C-B34D-BA3A-2940735C8E58}" destId="{DAD8C7C0-D9D6-874F-B782-25EF436AAD19}" srcOrd="1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69A16AEF-B37A-4694-80D9-359C62A2A5B7}" type="doc">
      <dgm:prSet loTypeId="urn:microsoft.com/office/officeart/2005/8/layout/vList2" loCatId="list" qsTypeId="urn:microsoft.com/office/officeart/2005/8/quickstyle/simple5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7D8A026-6E5D-40F2-B710-2F94B7A9D462}">
      <dgm:prSet/>
      <dgm:spPr/>
      <dgm:t>
        <a:bodyPr/>
        <a:lstStyle/>
        <a:p>
          <a:r>
            <a:rPr lang="en-IN" b="1" dirty="0"/>
            <a:t>Success Criteria</a:t>
          </a:r>
          <a:endParaRPr lang="en-US" dirty="0"/>
        </a:p>
      </dgm:t>
    </dgm:pt>
    <dgm:pt modelId="{D3C01FA9-B6FE-423D-BB5D-7E9FF46E3953}" type="parTrans" cxnId="{804B0B0E-BADA-4C9D-B40A-EF0C1024178B}">
      <dgm:prSet/>
      <dgm:spPr/>
      <dgm:t>
        <a:bodyPr/>
        <a:lstStyle/>
        <a:p>
          <a:endParaRPr lang="en-US"/>
        </a:p>
      </dgm:t>
    </dgm:pt>
    <dgm:pt modelId="{C0E06399-F755-4D18-B024-0C1EAEF39972}" type="sibTrans" cxnId="{804B0B0E-BADA-4C9D-B40A-EF0C1024178B}">
      <dgm:prSet/>
      <dgm:spPr/>
      <dgm:t>
        <a:bodyPr/>
        <a:lstStyle/>
        <a:p>
          <a:endParaRPr lang="en-US"/>
        </a:p>
      </dgm:t>
    </dgm:pt>
    <dgm:pt modelId="{DAB9119F-04BB-488F-98BE-856259C96CC2}">
      <dgm:prSet/>
      <dgm:spPr/>
      <dgm:t>
        <a:bodyPr/>
        <a:lstStyle/>
        <a:p>
          <a:r>
            <a:rPr lang="en-IN"/>
            <a:t>Successful API integration with retry mechanisms</a:t>
          </a:r>
          <a:endParaRPr lang="en-US"/>
        </a:p>
      </dgm:t>
    </dgm:pt>
    <dgm:pt modelId="{DA621852-5FE6-4CA0-BCAC-5937AEDE3178}" type="parTrans" cxnId="{70EE272D-DB44-4366-A7CD-B563D351327C}">
      <dgm:prSet/>
      <dgm:spPr/>
      <dgm:t>
        <a:bodyPr/>
        <a:lstStyle/>
        <a:p>
          <a:endParaRPr lang="en-US"/>
        </a:p>
      </dgm:t>
    </dgm:pt>
    <dgm:pt modelId="{13C654C3-E068-4B0B-A33C-4BCAE7982E07}" type="sibTrans" cxnId="{70EE272D-DB44-4366-A7CD-B563D351327C}">
      <dgm:prSet/>
      <dgm:spPr/>
      <dgm:t>
        <a:bodyPr/>
        <a:lstStyle/>
        <a:p>
          <a:endParaRPr lang="en-US"/>
        </a:p>
      </dgm:t>
    </dgm:pt>
    <dgm:pt modelId="{C2F1127F-BC58-464C-8590-70D8E8E1E729}">
      <dgm:prSet/>
      <dgm:spPr/>
      <dgm:t>
        <a:bodyPr/>
        <a:lstStyle/>
        <a:p>
          <a:r>
            <a:rPr lang="en-IN"/>
            <a:t>Role-based authentication functioning correctly</a:t>
          </a:r>
          <a:endParaRPr lang="en-US"/>
        </a:p>
      </dgm:t>
    </dgm:pt>
    <dgm:pt modelId="{49583CF0-D5C5-4BAC-B5B6-6CAD32B4A05F}" type="parTrans" cxnId="{B2A9D76E-406A-4E88-A8B1-A1AF4CCA82CD}">
      <dgm:prSet/>
      <dgm:spPr/>
      <dgm:t>
        <a:bodyPr/>
        <a:lstStyle/>
        <a:p>
          <a:endParaRPr lang="en-US"/>
        </a:p>
      </dgm:t>
    </dgm:pt>
    <dgm:pt modelId="{F3F3298A-87F9-4137-88FC-5A0B377D74A5}" type="sibTrans" cxnId="{B2A9D76E-406A-4E88-A8B1-A1AF4CCA82CD}">
      <dgm:prSet/>
      <dgm:spPr/>
      <dgm:t>
        <a:bodyPr/>
        <a:lstStyle/>
        <a:p>
          <a:endParaRPr lang="en-US"/>
        </a:p>
      </dgm:t>
    </dgm:pt>
    <dgm:pt modelId="{D134477A-CF00-49A1-AE92-2453F200428D}">
      <dgm:prSet/>
      <dgm:spPr/>
      <dgm:t>
        <a:bodyPr/>
        <a:lstStyle/>
        <a:p>
          <a:r>
            <a:rPr lang="en-IN"/>
            <a:t>Analytics dashboard displaying accurate real-time data</a:t>
          </a:r>
          <a:endParaRPr lang="en-US"/>
        </a:p>
      </dgm:t>
    </dgm:pt>
    <dgm:pt modelId="{C770D64C-8CDA-4767-9083-2A19D91EE632}" type="parTrans" cxnId="{F4A07679-8139-4978-9A82-C2517B18C56B}">
      <dgm:prSet/>
      <dgm:spPr/>
      <dgm:t>
        <a:bodyPr/>
        <a:lstStyle/>
        <a:p>
          <a:endParaRPr lang="en-US"/>
        </a:p>
      </dgm:t>
    </dgm:pt>
    <dgm:pt modelId="{9E52731D-0A0F-4079-8BE8-AED59FD9B627}" type="sibTrans" cxnId="{F4A07679-8139-4978-9A82-C2517B18C56B}">
      <dgm:prSet/>
      <dgm:spPr/>
      <dgm:t>
        <a:bodyPr/>
        <a:lstStyle/>
        <a:p>
          <a:endParaRPr lang="en-US"/>
        </a:p>
      </dgm:t>
    </dgm:pt>
    <dgm:pt modelId="{4916E17B-3AB9-462D-A57B-035730E868EC}">
      <dgm:prSet/>
      <dgm:spPr/>
      <dgm:t>
        <a:bodyPr/>
        <a:lstStyle/>
        <a:p>
          <a:r>
            <a:rPr lang="en-IN"/>
            <a:t>Content moderation effectively filtering hidden movies</a:t>
          </a:r>
          <a:endParaRPr lang="en-US"/>
        </a:p>
      </dgm:t>
    </dgm:pt>
    <dgm:pt modelId="{722D7191-24C7-4086-AEC5-DB0755321A7D}" type="parTrans" cxnId="{4E3DC5B7-60DF-4FE4-84DF-4DF94A39C70F}">
      <dgm:prSet/>
      <dgm:spPr/>
      <dgm:t>
        <a:bodyPr/>
        <a:lstStyle/>
        <a:p>
          <a:endParaRPr lang="en-US"/>
        </a:p>
      </dgm:t>
    </dgm:pt>
    <dgm:pt modelId="{54DD102B-97E1-4B65-8ABA-3F3E921CB698}" type="sibTrans" cxnId="{4E3DC5B7-60DF-4FE4-84DF-4DF94A39C70F}">
      <dgm:prSet/>
      <dgm:spPr/>
      <dgm:t>
        <a:bodyPr/>
        <a:lstStyle/>
        <a:p>
          <a:endParaRPr lang="en-US"/>
        </a:p>
      </dgm:t>
    </dgm:pt>
    <dgm:pt modelId="{601919A2-1C3C-4346-A5BC-52EF32F9B646}">
      <dgm:prSet/>
      <dgm:spPr/>
      <dgm:t>
        <a:bodyPr/>
        <a:lstStyle/>
        <a:p>
          <a:r>
            <a:rPr lang="en-IN" b="1"/>
            <a:t>Strategic Alignment</a:t>
          </a:r>
          <a:endParaRPr lang="en-US"/>
        </a:p>
      </dgm:t>
    </dgm:pt>
    <dgm:pt modelId="{AD252AAE-4956-4399-8630-3FEFAB07CA0E}" type="parTrans" cxnId="{A9426B0E-CDB8-472A-9E6D-36851B8A77BC}">
      <dgm:prSet/>
      <dgm:spPr/>
      <dgm:t>
        <a:bodyPr/>
        <a:lstStyle/>
        <a:p>
          <a:endParaRPr lang="en-US"/>
        </a:p>
      </dgm:t>
    </dgm:pt>
    <dgm:pt modelId="{9A65C5CA-6DB2-4A06-8B76-66C25FE83DD2}" type="sibTrans" cxnId="{A9426B0E-CDB8-472A-9E6D-36851B8A77BC}">
      <dgm:prSet/>
      <dgm:spPr/>
      <dgm:t>
        <a:bodyPr/>
        <a:lstStyle/>
        <a:p>
          <a:endParaRPr lang="en-US"/>
        </a:p>
      </dgm:t>
    </dgm:pt>
    <dgm:pt modelId="{A6572E07-7813-48B1-B319-BFB7820A5159}">
      <dgm:prSet/>
      <dgm:spPr/>
      <dgm:t>
        <a:bodyPr/>
        <a:lstStyle/>
        <a:p>
          <a:r>
            <a:rPr lang="en-IN"/>
            <a:t>Demonstrates modern web development practices</a:t>
          </a:r>
          <a:endParaRPr lang="en-US"/>
        </a:p>
      </dgm:t>
    </dgm:pt>
    <dgm:pt modelId="{D140C507-57D0-417F-9BD7-8C558FD39092}" type="parTrans" cxnId="{C24666E3-199F-4E6B-A7B7-233BE43F0764}">
      <dgm:prSet/>
      <dgm:spPr/>
      <dgm:t>
        <a:bodyPr/>
        <a:lstStyle/>
        <a:p>
          <a:endParaRPr lang="en-US"/>
        </a:p>
      </dgm:t>
    </dgm:pt>
    <dgm:pt modelId="{FED32621-C316-403C-9583-1B3853762703}" type="sibTrans" cxnId="{C24666E3-199F-4E6B-A7B7-233BE43F0764}">
      <dgm:prSet/>
      <dgm:spPr/>
      <dgm:t>
        <a:bodyPr/>
        <a:lstStyle/>
        <a:p>
          <a:endParaRPr lang="en-US"/>
        </a:p>
      </dgm:t>
    </dgm:pt>
    <dgm:pt modelId="{5B98C4FA-F2CE-4DB6-8993-4EA8A25D15C3}">
      <dgm:prSet/>
      <dgm:spPr/>
      <dgm:t>
        <a:bodyPr/>
        <a:lstStyle/>
        <a:p>
          <a:r>
            <a:rPr lang="en-IN"/>
            <a:t>Aligns with OTT platform architecture concepts</a:t>
          </a:r>
          <a:endParaRPr lang="en-US"/>
        </a:p>
      </dgm:t>
    </dgm:pt>
    <dgm:pt modelId="{4B3200AF-B2E8-4D00-AB9F-997932443706}" type="parTrans" cxnId="{6CC95108-630D-4C15-874E-B7A8B572409E}">
      <dgm:prSet/>
      <dgm:spPr/>
      <dgm:t>
        <a:bodyPr/>
        <a:lstStyle/>
        <a:p>
          <a:endParaRPr lang="en-US"/>
        </a:p>
      </dgm:t>
    </dgm:pt>
    <dgm:pt modelId="{ECB6714A-491C-47F6-A298-8DD044B0D2FA}" type="sibTrans" cxnId="{6CC95108-630D-4C15-874E-B7A8B572409E}">
      <dgm:prSet/>
      <dgm:spPr/>
      <dgm:t>
        <a:bodyPr/>
        <a:lstStyle/>
        <a:p>
          <a:endParaRPr lang="en-US"/>
        </a:p>
      </dgm:t>
    </dgm:pt>
    <dgm:pt modelId="{CF2102B8-EC4F-4713-9E55-541CF782D6CF}">
      <dgm:prSet/>
      <dgm:spPr/>
      <dgm:t>
        <a:bodyPr/>
        <a:lstStyle/>
        <a:p>
          <a:r>
            <a:rPr lang="en-IN"/>
            <a:t>Showcases backend scalability &amp; API integration</a:t>
          </a:r>
          <a:endParaRPr lang="en-US"/>
        </a:p>
      </dgm:t>
    </dgm:pt>
    <dgm:pt modelId="{4F90B5B7-3B54-4FDF-BB30-47ADF1E02AEC}" type="parTrans" cxnId="{C9B7BE7E-91F0-4592-A131-CD79808614DE}">
      <dgm:prSet/>
      <dgm:spPr/>
      <dgm:t>
        <a:bodyPr/>
        <a:lstStyle/>
        <a:p>
          <a:endParaRPr lang="en-US"/>
        </a:p>
      </dgm:t>
    </dgm:pt>
    <dgm:pt modelId="{49084524-759F-4988-8283-73A967C2530F}" type="sibTrans" cxnId="{C9B7BE7E-91F0-4592-A131-CD79808614DE}">
      <dgm:prSet/>
      <dgm:spPr/>
      <dgm:t>
        <a:bodyPr/>
        <a:lstStyle/>
        <a:p>
          <a:endParaRPr lang="en-US"/>
        </a:p>
      </dgm:t>
    </dgm:pt>
    <dgm:pt modelId="{F2C3D8C1-8652-41EF-9658-CF3813067A27}">
      <dgm:prSet/>
      <dgm:spPr/>
      <dgm:t>
        <a:bodyPr/>
        <a:lstStyle/>
        <a:p>
          <a:r>
            <a:rPr lang="en-IN"/>
            <a:t>Suitable for academic and enterprise-level demonstrations</a:t>
          </a:r>
          <a:endParaRPr lang="en-US"/>
        </a:p>
      </dgm:t>
    </dgm:pt>
    <dgm:pt modelId="{C173CB13-EFBC-42EF-BC81-D5391FB495CD}" type="parTrans" cxnId="{1616C2FB-A32B-4020-8CED-B07D8329DE50}">
      <dgm:prSet/>
      <dgm:spPr/>
      <dgm:t>
        <a:bodyPr/>
        <a:lstStyle/>
        <a:p>
          <a:endParaRPr lang="en-US"/>
        </a:p>
      </dgm:t>
    </dgm:pt>
    <dgm:pt modelId="{06346879-2168-4122-B757-012C4AE1F2A0}" type="sibTrans" cxnId="{1616C2FB-A32B-4020-8CED-B07D8329DE50}">
      <dgm:prSet/>
      <dgm:spPr/>
      <dgm:t>
        <a:bodyPr/>
        <a:lstStyle/>
        <a:p>
          <a:endParaRPr lang="en-US"/>
        </a:p>
      </dgm:t>
    </dgm:pt>
    <dgm:pt modelId="{1377A73E-C72A-BC4E-953C-E5EA256D033A}" type="pres">
      <dgm:prSet presAssocID="{69A16AEF-B37A-4694-80D9-359C62A2A5B7}" presName="linear" presStyleCnt="0">
        <dgm:presLayoutVars>
          <dgm:animLvl val="lvl"/>
          <dgm:resizeHandles val="exact"/>
        </dgm:presLayoutVars>
      </dgm:prSet>
      <dgm:spPr/>
    </dgm:pt>
    <dgm:pt modelId="{70813838-47E5-B940-BB50-68DB9F89B0D6}" type="pres">
      <dgm:prSet presAssocID="{47D8A026-6E5D-40F2-B710-2F94B7A9D462}" presName="parentText" presStyleLbl="node1" presStyleIdx="0" presStyleCnt="10" custLinFactY="-289631" custLinFactNeighborX="-10978" custLinFactNeighborY="-300000">
        <dgm:presLayoutVars>
          <dgm:chMax val="0"/>
          <dgm:bulletEnabled val="1"/>
        </dgm:presLayoutVars>
      </dgm:prSet>
      <dgm:spPr/>
    </dgm:pt>
    <dgm:pt modelId="{3F104588-910A-9649-A378-FA8D7A95F7EC}" type="pres">
      <dgm:prSet presAssocID="{C0E06399-F755-4D18-B024-0C1EAEF39972}" presName="spacer" presStyleCnt="0"/>
      <dgm:spPr/>
    </dgm:pt>
    <dgm:pt modelId="{1C89A66D-785A-E247-BA76-C7DE50E13B9C}" type="pres">
      <dgm:prSet presAssocID="{DAB9119F-04BB-488F-98BE-856259C96CC2}" presName="parentText" presStyleLbl="node1" presStyleIdx="1" presStyleCnt="10">
        <dgm:presLayoutVars>
          <dgm:chMax val="0"/>
          <dgm:bulletEnabled val="1"/>
        </dgm:presLayoutVars>
      </dgm:prSet>
      <dgm:spPr/>
    </dgm:pt>
    <dgm:pt modelId="{1CB727D7-03FA-274E-8D38-C008F3FE27EA}" type="pres">
      <dgm:prSet presAssocID="{13C654C3-E068-4B0B-A33C-4BCAE7982E07}" presName="spacer" presStyleCnt="0"/>
      <dgm:spPr/>
    </dgm:pt>
    <dgm:pt modelId="{40578C26-7335-B347-B9F3-985BFCBCD984}" type="pres">
      <dgm:prSet presAssocID="{C2F1127F-BC58-464C-8590-70D8E8E1E729}" presName="parentText" presStyleLbl="node1" presStyleIdx="2" presStyleCnt="10">
        <dgm:presLayoutVars>
          <dgm:chMax val="0"/>
          <dgm:bulletEnabled val="1"/>
        </dgm:presLayoutVars>
      </dgm:prSet>
      <dgm:spPr/>
    </dgm:pt>
    <dgm:pt modelId="{CBBB6CC9-1AB5-7C46-A2F2-51E90B1615A2}" type="pres">
      <dgm:prSet presAssocID="{F3F3298A-87F9-4137-88FC-5A0B377D74A5}" presName="spacer" presStyleCnt="0"/>
      <dgm:spPr/>
    </dgm:pt>
    <dgm:pt modelId="{ED181EF9-4C84-7C42-B215-B0B8651E8971}" type="pres">
      <dgm:prSet presAssocID="{D134477A-CF00-49A1-AE92-2453F200428D}" presName="parentText" presStyleLbl="node1" presStyleIdx="3" presStyleCnt="10">
        <dgm:presLayoutVars>
          <dgm:chMax val="0"/>
          <dgm:bulletEnabled val="1"/>
        </dgm:presLayoutVars>
      </dgm:prSet>
      <dgm:spPr/>
    </dgm:pt>
    <dgm:pt modelId="{8FA6D72B-8945-5C4B-8A52-FBD39A61926A}" type="pres">
      <dgm:prSet presAssocID="{9E52731D-0A0F-4079-8BE8-AED59FD9B627}" presName="spacer" presStyleCnt="0"/>
      <dgm:spPr/>
    </dgm:pt>
    <dgm:pt modelId="{88D36C14-D8ED-AC43-813A-804E0D6CA52D}" type="pres">
      <dgm:prSet presAssocID="{4916E17B-3AB9-462D-A57B-035730E868EC}" presName="parentText" presStyleLbl="node1" presStyleIdx="4" presStyleCnt="10">
        <dgm:presLayoutVars>
          <dgm:chMax val="0"/>
          <dgm:bulletEnabled val="1"/>
        </dgm:presLayoutVars>
      </dgm:prSet>
      <dgm:spPr/>
    </dgm:pt>
    <dgm:pt modelId="{8D62782B-08D6-3141-BD4B-3129168551F8}" type="pres">
      <dgm:prSet presAssocID="{54DD102B-97E1-4B65-8ABA-3F3E921CB698}" presName="spacer" presStyleCnt="0"/>
      <dgm:spPr/>
    </dgm:pt>
    <dgm:pt modelId="{3C53984F-6D39-CD43-A16A-4AAE78CFEB69}" type="pres">
      <dgm:prSet presAssocID="{601919A2-1C3C-4346-A5BC-52EF32F9B646}" presName="parentText" presStyleLbl="node1" presStyleIdx="5" presStyleCnt="10">
        <dgm:presLayoutVars>
          <dgm:chMax val="0"/>
          <dgm:bulletEnabled val="1"/>
        </dgm:presLayoutVars>
      </dgm:prSet>
      <dgm:spPr/>
    </dgm:pt>
    <dgm:pt modelId="{751E7490-E46B-E946-B953-782D004CE7DD}" type="pres">
      <dgm:prSet presAssocID="{9A65C5CA-6DB2-4A06-8B76-66C25FE83DD2}" presName="spacer" presStyleCnt="0"/>
      <dgm:spPr/>
    </dgm:pt>
    <dgm:pt modelId="{756BCC39-CE90-DA41-85AA-8A9061F7FB77}" type="pres">
      <dgm:prSet presAssocID="{A6572E07-7813-48B1-B319-BFB7820A5159}" presName="parentText" presStyleLbl="node1" presStyleIdx="6" presStyleCnt="10">
        <dgm:presLayoutVars>
          <dgm:chMax val="0"/>
          <dgm:bulletEnabled val="1"/>
        </dgm:presLayoutVars>
      </dgm:prSet>
      <dgm:spPr/>
    </dgm:pt>
    <dgm:pt modelId="{C12AB6BD-100B-F246-9094-B3F6D63FA82A}" type="pres">
      <dgm:prSet presAssocID="{FED32621-C316-403C-9583-1B3853762703}" presName="spacer" presStyleCnt="0"/>
      <dgm:spPr/>
    </dgm:pt>
    <dgm:pt modelId="{201F5E4B-1CF7-3445-A7D7-66FCC07A047B}" type="pres">
      <dgm:prSet presAssocID="{5B98C4FA-F2CE-4DB6-8993-4EA8A25D15C3}" presName="parentText" presStyleLbl="node1" presStyleIdx="7" presStyleCnt="10">
        <dgm:presLayoutVars>
          <dgm:chMax val="0"/>
          <dgm:bulletEnabled val="1"/>
        </dgm:presLayoutVars>
      </dgm:prSet>
      <dgm:spPr/>
    </dgm:pt>
    <dgm:pt modelId="{4796D8C6-F621-194E-B0FE-EBAA4EC5FB84}" type="pres">
      <dgm:prSet presAssocID="{ECB6714A-491C-47F6-A298-8DD044B0D2FA}" presName="spacer" presStyleCnt="0"/>
      <dgm:spPr/>
    </dgm:pt>
    <dgm:pt modelId="{BA10311E-F3ED-A746-B628-73AF4E780394}" type="pres">
      <dgm:prSet presAssocID="{CF2102B8-EC4F-4713-9E55-541CF782D6CF}" presName="parentText" presStyleLbl="node1" presStyleIdx="8" presStyleCnt="10">
        <dgm:presLayoutVars>
          <dgm:chMax val="0"/>
          <dgm:bulletEnabled val="1"/>
        </dgm:presLayoutVars>
      </dgm:prSet>
      <dgm:spPr/>
    </dgm:pt>
    <dgm:pt modelId="{528390D0-5F3D-4047-A60F-03C01C8EF82E}" type="pres">
      <dgm:prSet presAssocID="{49084524-759F-4988-8283-73A967C2530F}" presName="spacer" presStyleCnt="0"/>
      <dgm:spPr/>
    </dgm:pt>
    <dgm:pt modelId="{78BA94D6-F7C8-044D-A2BD-27E69FD7A3F7}" type="pres">
      <dgm:prSet presAssocID="{F2C3D8C1-8652-41EF-9658-CF3813067A27}" presName="parentText" presStyleLbl="node1" presStyleIdx="9" presStyleCnt="10">
        <dgm:presLayoutVars>
          <dgm:chMax val="0"/>
          <dgm:bulletEnabled val="1"/>
        </dgm:presLayoutVars>
      </dgm:prSet>
      <dgm:spPr/>
    </dgm:pt>
  </dgm:ptLst>
  <dgm:cxnLst>
    <dgm:cxn modelId="{6CC95108-630D-4C15-874E-B7A8B572409E}" srcId="{69A16AEF-B37A-4694-80D9-359C62A2A5B7}" destId="{5B98C4FA-F2CE-4DB6-8993-4EA8A25D15C3}" srcOrd="7" destOrd="0" parTransId="{4B3200AF-B2E8-4D00-AB9F-997932443706}" sibTransId="{ECB6714A-491C-47F6-A298-8DD044B0D2FA}"/>
    <dgm:cxn modelId="{FA4EC70C-58EF-B540-9207-7C2694141AC1}" type="presOf" srcId="{D134477A-CF00-49A1-AE92-2453F200428D}" destId="{ED181EF9-4C84-7C42-B215-B0B8651E8971}" srcOrd="0" destOrd="0" presId="urn:microsoft.com/office/officeart/2005/8/layout/vList2"/>
    <dgm:cxn modelId="{804B0B0E-BADA-4C9D-B40A-EF0C1024178B}" srcId="{69A16AEF-B37A-4694-80D9-359C62A2A5B7}" destId="{47D8A026-6E5D-40F2-B710-2F94B7A9D462}" srcOrd="0" destOrd="0" parTransId="{D3C01FA9-B6FE-423D-BB5D-7E9FF46E3953}" sibTransId="{C0E06399-F755-4D18-B024-0C1EAEF39972}"/>
    <dgm:cxn modelId="{A9426B0E-CDB8-472A-9E6D-36851B8A77BC}" srcId="{69A16AEF-B37A-4694-80D9-359C62A2A5B7}" destId="{601919A2-1C3C-4346-A5BC-52EF32F9B646}" srcOrd="5" destOrd="0" parTransId="{AD252AAE-4956-4399-8630-3FEFAB07CA0E}" sibTransId="{9A65C5CA-6DB2-4A06-8B76-66C25FE83DD2}"/>
    <dgm:cxn modelId="{1F05FF19-DE51-EB48-BE98-75E14C6C2E7F}" type="presOf" srcId="{69A16AEF-B37A-4694-80D9-359C62A2A5B7}" destId="{1377A73E-C72A-BC4E-953C-E5EA256D033A}" srcOrd="0" destOrd="0" presId="urn:microsoft.com/office/officeart/2005/8/layout/vList2"/>
    <dgm:cxn modelId="{E5B03A2C-EA83-E743-8EEA-FF3C217A358E}" type="presOf" srcId="{5B98C4FA-F2CE-4DB6-8993-4EA8A25D15C3}" destId="{201F5E4B-1CF7-3445-A7D7-66FCC07A047B}" srcOrd="0" destOrd="0" presId="urn:microsoft.com/office/officeart/2005/8/layout/vList2"/>
    <dgm:cxn modelId="{70EE272D-DB44-4366-A7CD-B563D351327C}" srcId="{69A16AEF-B37A-4694-80D9-359C62A2A5B7}" destId="{DAB9119F-04BB-488F-98BE-856259C96CC2}" srcOrd="1" destOrd="0" parTransId="{DA621852-5FE6-4CA0-BCAC-5937AEDE3178}" sibTransId="{13C654C3-E068-4B0B-A33C-4BCAE7982E07}"/>
    <dgm:cxn modelId="{39B6E752-4512-324D-880B-860EA459A2D6}" type="presOf" srcId="{601919A2-1C3C-4346-A5BC-52EF32F9B646}" destId="{3C53984F-6D39-CD43-A16A-4AAE78CFEB69}" srcOrd="0" destOrd="0" presId="urn:microsoft.com/office/officeart/2005/8/layout/vList2"/>
    <dgm:cxn modelId="{A73A775F-7965-DE44-8295-1B8D0F5819A9}" type="presOf" srcId="{47D8A026-6E5D-40F2-B710-2F94B7A9D462}" destId="{70813838-47E5-B940-BB50-68DB9F89B0D6}" srcOrd="0" destOrd="0" presId="urn:microsoft.com/office/officeart/2005/8/layout/vList2"/>
    <dgm:cxn modelId="{21D13066-1428-7D43-96D9-F5734841B9A6}" type="presOf" srcId="{A6572E07-7813-48B1-B319-BFB7820A5159}" destId="{756BCC39-CE90-DA41-85AA-8A9061F7FB77}" srcOrd="0" destOrd="0" presId="urn:microsoft.com/office/officeart/2005/8/layout/vList2"/>
    <dgm:cxn modelId="{B2A9D76E-406A-4E88-A8B1-A1AF4CCA82CD}" srcId="{69A16AEF-B37A-4694-80D9-359C62A2A5B7}" destId="{C2F1127F-BC58-464C-8590-70D8E8E1E729}" srcOrd="2" destOrd="0" parTransId="{49583CF0-D5C5-4BAC-B5B6-6CAD32B4A05F}" sibTransId="{F3F3298A-87F9-4137-88FC-5A0B377D74A5}"/>
    <dgm:cxn modelId="{F4A07679-8139-4978-9A82-C2517B18C56B}" srcId="{69A16AEF-B37A-4694-80D9-359C62A2A5B7}" destId="{D134477A-CF00-49A1-AE92-2453F200428D}" srcOrd="3" destOrd="0" parTransId="{C770D64C-8CDA-4767-9083-2A19D91EE632}" sibTransId="{9E52731D-0A0F-4079-8BE8-AED59FD9B627}"/>
    <dgm:cxn modelId="{C9B7BE7E-91F0-4592-A131-CD79808614DE}" srcId="{69A16AEF-B37A-4694-80D9-359C62A2A5B7}" destId="{CF2102B8-EC4F-4713-9E55-541CF782D6CF}" srcOrd="8" destOrd="0" parTransId="{4F90B5B7-3B54-4FDF-BB30-47ADF1E02AEC}" sibTransId="{49084524-759F-4988-8283-73A967C2530F}"/>
    <dgm:cxn modelId="{9E3DD199-B7CC-A842-8422-816A53684FC8}" type="presOf" srcId="{CF2102B8-EC4F-4713-9E55-541CF782D6CF}" destId="{BA10311E-F3ED-A746-B628-73AF4E780394}" srcOrd="0" destOrd="0" presId="urn:microsoft.com/office/officeart/2005/8/layout/vList2"/>
    <dgm:cxn modelId="{4E53F0A4-8691-034A-9B53-1BA48220D2FE}" type="presOf" srcId="{DAB9119F-04BB-488F-98BE-856259C96CC2}" destId="{1C89A66D-785A-E247-BA76-C7DE50E13B9C}" srcOrd="0" destOrd="0" presId="urn:microsoft.com/office/officeart/2005/8/layout/vList2"/>
    <dgm:cxn modelId="{4E3DC5B7-60DF-4FE4-84DF-4DF94A39C70F}" srcId="{69A16AEF-B37A-4694-80D9-359C62A2A5B7}" destId="{4916E17B-3AB9-462D-A57B-035730E868EC}" srcOrd="4" destOrd="0" parTransId="{722D7191-24C7-4086-AEC5-DB0755321A7D}" sibTransId="{54DD102B-97E1-4B65-8ABA-3F3E921CB698}"/>
    <dgm:cxn modelId="{74627CC2-85C1-BB44-95DF-D0B7918938C3}" type="presOf" srcId="{C2F1127F-BC58-464C-8590-70D8E8E1E729}" destId="{40578C26-7335-B347-B9F3-985BFCBCD984}" srcOrd="0" destOrd="0" presId="urn:microsoft.com/office/officeart/2005/8/layout/vList2"/>
    <dgm:cxn modelId="{A8AA0BCA-4374-6945-BC74-ED442FA436D8}" type="presOf" srcId="{F2C3D8C1-8652-41EF-9658-CF3813067A27}" destId="{78BA94D6-F7C8-044D-A2BD-27E69FD7A3F7}" srcOrd="0" destOrd="0" presId="urn:microsoft.com/office/officeart/2005/8/layout/vList2"/>
    <dgm:cxn modelId="{C24666E3-199F-4E6B-A7B7-233BE43F0764}" srcId="{69A16AEF-B37A-4694-80D9-359C62A2A5B7}" destId="{A6572E07-7813-48B1-B319-BFB7820A5159}" srcOrd="6" destOrd="0" parTransId="{D140C507-57D0-417F-9BD7-8C558FD39092}" sibTransId="{FED32621-C316-403C-9583-1B3853762703}"/>
    <dgm:cxn modelId="{96A1EAF2-B730-0C47-AE94-B21ACA3FBC90}" type="presOf" srcId="{4916E17B-3AB9-462D-A57B-035730E868EC}" destId="{88D36C14-D8ED-AC43-813A-804E0D6CA52D}" srcOrd="0" destOrd="0" presId="urn:microsoft.com/office/officeart/2005/8/layout/vList2"/>
    <dgm:cxn modelId="{1616C2FB-A32B-4020-8CED-B07D8329DE50}" srcId="{69A16AEF-B37A-4694-80D9-359C62A2A5B7}" destId="{F2C3D8C1-8652-41EF-9658-CF3813067A27}" srcOrd="9" destOrd="0" parTransId="{C173CB13-EFBC-42EF-BC81-D5391FB495CD}" sibTransId="{06346879-2168-4122-B757-012C4AE1F2A0}"/>
    <dgm:cxn modelId="{0D12023D-7C9C-8648-999C-5D7D2086D12C}" type="presParOf" srcId="{1377A73E-C72A-BC4E-953C-E5EA256D033A}" destId="{70813838-47E5-B940-BB50-68DB9F89B0D6}" srcOrd="0" destOrd="0" presId="urn:microsoft.com/office/officeart/2005/8/layout/vList2"/>
    <dgm:cxn modelId="{1D3CF084-C002-2945-A3F6-DBAC9C1587E5}" type="presParOf" srcId="{1377A73E-C72A-BC4E-953C-E5EA256D033A}" destId="{3F104588-910A-9649-A378-FA8D7A95F7EC}" srcOrd="1" destOrd="0" presId="urn:microsoft.com/office/officeart/2005/8/layout/vList2"/>
    <dgm:cxn modelId="{7ED43DE5-478D-A64F-9E19-FE006647A997}" type="presParOf" srcId="{1377A73E-C72A-BC4E-953C-E5EA256D033A}" destId="{1C89A66D-785A-E247-BA76-C7DE50E13B9C}" srcOrd="2" destOrd="0" presId="urn:microsoft.com/office/officeart/2005/8/layout/vList2"/>
    <dgm:cxn modelId="{8EFA5CDF-2502-1D43-B5B1-2DF3F0F3446E}" type="presParOf" srcId="{1377A73E-C72A-BC4E-953C-E5EA256D033A}" destId="{1CB727D7-03FA-274E-8D38-C008F3FE27EA}" srcOrd="3" destOrd="0" presId="urn:microsoft.com/office/officeart/2005/8/layout/vList2"/>
    <dgm:cxn modelId="{02F47515-9C47-7042-B90F-D841932B978D}" type="presParOf" srcId="{1377A73E-C72A-BC4E-953C-E5EA256D033A}" destId="{40578C26-7335-B347-B9F3-985BFCBCD984}" srcOrd="4" destOrd="0" presId="urn:microsoft.com/office/officeart/2005/8/layout/vList2"/>
    <dgm:cxn modelId="{B7AAAF7E-9551-4149-A3E0-47457F585409}" type="presParOf" srcId="{1377A73E-C72A-BC4E-953C-E5EA256D033A}" destId="{CBBB6CC9-1AB5-7C46-A2F2-51E90B1615A2}" srcOrd="5" destOrd="0" presId="urn:microsoft.com/office/officeart/2005/8/layout/vList2"/>
    <dgm:cxn modelId="{C2634A8A-8E22-1542-A96E-662A8A81BE36}" type="presParOf" srcId="{1377A73E-C72A-BC4E-953C-E5EA256D033A}" destId="{ED181EF9-4C84-7C42-B215-B0B8651E8971}" srcOrd="6" destOrd="0" presId="urn:microsoft.com/office/officeart/2005/8/layout/vList2"/>
    <dgm:cxn modelId="{A405E1D3-A2E6-1B41-8AB9-D1BA36B19A58}" type="presParOf" srcId="{1377A73E-C72A-BC4E-953C-E5EA256D033A}" destId="{8FA6D72B-8945-5C4B-8A52-FBD39A61926A}" srcOrd="7" destOrd="0" presId="urn:microsoft.com/office/officeart/2005/8/layout/vList2"/>
    <dgm:cxn modelId="{F6EE89EE-B3A0-BF42-8A55-8A18409E59AF}" type="presParOf" srcId="{1377A73E-C72A-BC4E-953C-E5EA256D033A}" destId="{88D36C14-D8ED-AC43-813A-804E0D6CA52D}" srcOrd="8" destOrd="0" presId="urn:microsoft.com/office/officeart/2005/8/layout/vList2"/>
    <dgm:cxn modelId="{F8E575CB-BAAC-4946-A6B5-542E5FBA752E}" type="presParOf" srcId="{1377A73E-C72A-BC4E-953C-E5EA256D033A}" destId="{8D62782B-08D6-3141-BD4B-3129168551F8}" srcOrd="9" destOrd="0" presId="urn:microsoft.com/office/officeart/2005/8/layout/vList2"/>
    <dgm:cxn modelId="{A2358F8A-E6EC-F147-A7CA-C7011938AFAE}" type="presParOf" srcId="{1377A73E-C72A-BC4E-953C-E5EA256D033A}" destId="{3C53984F-6D39-CD43-A16A-4AAE78CFEB69}" srcOrd="10" destOrd="0" presId="urn:microsoft.com/office/officeart/2005/8/layout/vList2"/>
    <dgm:cxn modelId="{9427A56E-7D1C-0842-9F25-7C000136841C}" type="presParOf" srcId="{1377A73E-C72A-BC4E-953C-E5EA256D033A}" destId="{751E7490-E46B-E946-B953-782D004CE7DD}" srcOrd="11" destOrd="0" presId="urn:microsoft.com/office/officeart/2005/8/layout/vList2"/>
    <dgm:cxn modelId="{C4A7951B-2EAF-6F49-BF63-1C56830E9ADE}" type="presParOf" srcId="{1377A73E-C72A-BC4E-953C-E5EA256D033A}" destId="{756BCC39-CE90-DA41-85AA-8A9061F7FB77}" srcOrd="12" destOrd="0" presId="urn:microsoft.com/office/officeart/2005/8/layout/vList2"/>
    <dgm:cxn modelId="{012E709A-20A0-6A46-AFD2-B2DC4B17E4F1}" type="presParOf" srcId="{1377A73E-C72A-BC4E-953C-E5EA256D033A}" destId="{C12AB6BD-100B-F246-9094-B3F6D63FA82A}" srcOrd="13" destOrd="0" presId="urn:microsoft.com/office/officeart/2005/8/layout/vList2"/>
    <dgm:cxn modelId="{F95E7D67-FE12-3449-9BA2-7EA12F9139A5}" type="presParOf" srcId="{1377A73E-C72A-BC4E-953C-E5EA256D033A}" destId="{201F5E4B-1CF7-3445-A7D7-66FCC07A047B}" srcOrd="14" destOrd="0" presId="urn:microsoft.com/office/officeart/2005/8/layout/vList2"/>
    <dgm:cxn modelId="{5A068270-F09A-3042-892C-785FA942E144}" type="presParOf" srcId="{1377A73E-C72A-BC4E-953C-E5EA256D033A}" destId="{4796D8C6-F621-194E-B0FE-EBAA4EC5FB84}" srcOrd="15" destOrd="0" presId="urn:microsoft.com/office/officeart/2005/8/layout/vList2"/>
    <dgm:cxn modelId="{4D55AB80-333C-9E4F-956B-FEED85949759}" type="presParOf" srcId="{1377A73E-C72A-BC4E-953C-E5EA256D033A}" destId="{BA10311E-F3ED-A746-B628-73AF4E780394}" srcOrd="16" destOrd="0" presId="urn:microsoft.com/office/officeart/2005/8/layout/vList2"/>
    <dgm:cxn modelId="{4CC9D528-D22A-A44E-BBA0-DCF2AFF5D2D6}" type="presParOf" srcId="{1377A73E-C72A-BC4E-953C-E5EA256D033A}" destId="{528390D0-5F3D-4047-A60F-03C01C8EF82E}" srcOrd="17" destOrd="0" presId="urn:microsoft.com/office/officeart/2005/8/layout/vList2"/>
    <dgm:cxn modelId="{7E24FCE2-DE8F-EC40-AF88-A7F4F68B683C}" type="presParOf" srcId="{1377A73E-C72A-BC4E-953C-E5EA256D033A}" destId="{78BA94D6-F7C8-044D-A2BD-27E69FD7A3F7}" srcOrd="1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6521A9F4-96D7-4DE6-A315-79C1D9D56872}" type="doc">
      <dgm:prSet loTypeId="urn:microsoft.com/office/officeart/2005/8/layout/default" loCatId="list" qsTypeId="urn:microsoft.com/office/officeart/2005/8/quickstyle/simple5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04171A41-77C1-4B91-BA87-604B2AF9FD2A}">
      <dgm:prSet/>
      <dgm:spPr/>
      <dgm:t>
        <a:bodyPr/>
        <a:lstStyle/>
        <a:p>
          <a:r>
            <a:rPr lang="en-IN" b="1"/>
            <a:t>System Architecture</a:t>
          </a:r>
          <a:endParaRPr lang="en-US"/>
        </a:p>
      </dgm:t>
    </dgm:pt>
    <dgm:pt modelId="{A786372D-7D71-4FB9-BD6C-6380D1AB3D4A}" type="parTrans" cxnId="{2E255C3A-539F-4836-88F7-B1B530151F72}">
      <dgm:prSet/>
      <dgm:spPr/>
      <dgm:t>
        <a:bodyPr/>
        <a:lstStyle/>
        <a:p>
          <a:endParaRPr lang="en-US"/>
        </a:p>
      </dgm:t>
    </dgm:pt>
    <dgm:pt modelId="{4D3B09BA-2CB5-4203-A5D0-10A41AEB26DE}" type="sibTrans" cxnId="{2E255C3A-539F-4836-88F7-B1B530151F72}">
      <dgm:prSet/>
      <dgm:spPr/>
      <dgm:t>
        <a:bodyPr/>
        <a:lstStyle/>
        <a:p>
          <a:endParaRPr lang="en-US"/>
        </a:p>
      </dgm:t>
    </dgm:pt>
    <dgm:pt modelId="{C7905270-0B66-4C35-AD58-56437B83D1B0}">
      <dgm:prSet/>
      <dgm:spPr/>
      <dgm:t>
        <a:bodyPr/>
        <a:lstStyle/>
        <a:p>
          <a:r>
            <a:rPr lang="en-IN" b="1"/>
            <a:t>Architecture Style</a:t>
          </a:r>
          <a:endParaRPr lang="en-US"/>
        </a:p>
      </dgm:t>
    </dgm:pt>
    <dgm:pt modelId="{F31A0A08-C596-47AB-B12F-6396D9991210}" type="parTrans" cxnId="{778F5FED-F0B1-47B6-9F63-22971058699D}">
      <dgm:prSet/>
      <dgm:spPr/>
      <dgm:t>
        <a:bodyPr/>
        <a:lstStyle/>
        <a:p>
          <a:endParaRPr lang="en-US"/>
        </a:p>
      </dgm:t>
    </dgm:pt>
    <dgm:pt modelId="{759D7643-F38C-4514-82B5-C6568B9B9103}" type="sibTrans" cxnId="{778F5FED-F0B1-47B6-9F63-22971058699D}">
      <dgm:prSet/>
      <dgm:spPr/>
      <dgm:t>
        <a:bodyPr/>
        <a:lstStyle/>
        <a:p>
          <a:endParaRPr lang="en-US"/>
        </a:p>
      </dgm:t>
    </dgm:pt>
    <dgm:pt modelId="{3CC1E4C5-D7CF-4C01-A009-054301F22F42}">
      <dgm:prSet/>
      <dgm:spPr/>
      <dgm:t>
        <a:bodyPr/>
        <a:lstStyle/>
        <a:p>
          <a:r>
            <a:rPr lang="en-IN"/>
            <a:t>Django </a:t>
          </a:r>
          <a:r>
            <a:rPr lang="en-IN" b="1"/>
            <a:t>MVT (Model-View-Template)</a:t>
          </a:r>
          <a:r>
            <a:rPr lang="en-IN"/>
            <a:t> Architecture</a:t>
          </a:r>
          <a:endParaRPr lang="en-US"/>
        </a:p>
      </dgm:t>
    </dgm:pt>
    <dgm:pt modelId="{55FB4684-A707-4E00-AAAD-8CF8F1783090}" type="parTrans" cxnId="{9FCEA76D-5814-481D-BFE4-78F759A04EBE}">
      <dgm:prSet/>
      <dgm:spPr/>
      <dgm:t>
        <a:bodyPr/>
        <a:lstStyle/>
        <a:p>
          <a:endParaRPr lang="en-US"/>
        </a:p>
      </dgm:t>
    </dgm:pt>
    <dgm:pt modelId="{49E75225-D06A-4EB7-BA0F-41DE157A41B4}" type="sibTrans" cxnId="{9FCEA76D-5814-481D-BFE4-78F759A04EBE}">
      <dgm:prSet/>
      <dgm:spPr/>
      <dgm:t>
        <a:bodyPr/>
        <a:lstStyle/>
        <a:p>
          <a:endParaRPr lang="en-US"/>
        </a:p>
      </dgm:t>
    </dgm:pt>
    <dgm:pt modelId="{E38BA383-7388-44AC-B65E-F5799758F2AC}">
      <dgm:prSet/>
      <dgm:spPr/>
      <dgm:t>
        <a:bodyPr/>
        <a:lstStyle/>
        <a:p>
          <a:r>
            <a:rPr lang="en-IN" b="1"/>
            <a:t>High-Level Architecture Components</a:t>
          </a:r>
          <a:endParaRPr lang="en-US"/>
        </a:p>
      </dgm:t>
    </dgm:pt>
    <dgm:pt modelId="{C03EB471-896E-468D-8E6D-25142A842852}" type="parTrans" cxnId="{DDD212BC-DC54-47D5-AA23-A5F629613AB8}">
      <dgm:prSet/>
      <dgm:spPr/>
      <dgm:t>
        <a:bodyPr/>
        <a:lstStyle/>
        <a:p>
          <a:endParaRPr lang="en-US"/>
        </a:p>
      </dgm:t>
    </dgm:pt>
    <dgm:pt modelId="{7E6838CC-00EB-4C31-92C2-CE30A870A084}" type="sibTrans" cxnId="{DDD212BC-DC54-47D5-AA23-A5F629613AB8}">
      <dgm:prSet/>
      <dgm:spPr/>
      <dgm:t>
        <a:bodyPr/>
        <a:lstStyle/>
        <a:p>
          <a:endParaRPr lang="en-US"/>
        </a:p>
      </dgm:t>
    </dgm:pt>
    <dgm:pt modelId="{66702DB1-FCCD-46AB-AA99-0E5BDC42AF5C}">
      <dgm:prSet/>
      <dgm:spPr/>
      <dgm:t>
        <a:bodyPr/>
        <a:lstStyle/>
        <a:p>
          <a:r>
            <a:rPr lang="en-IN" b="1"/>
            <a:t>Frontend Layer</a:t>
          </a:r>
          <a:endParaRPr lang="en-US"/>
        </a:p>
      </dgm:t>
    </dgm:pt>
    <dgm:pt modelId="{49420734-8540-4C2F-A1E4-65B1736F8A02}" type="parTrans" cxnId="{C5B0E122-B8AB-41F8-B3BD-518CBE0D3BFD}">
      <dgm:prSet/>
      <dgm:spPr/>
      <dgm:t>
        <a:bodyPr/>
        <a:lstStyle/>
        <a:p>
          <a:endParaRPr lang="en-US"/>
        </a:p>
      </dgm:t>
    </dgm:pt>
    <dgm:pt modelId="{5155B245-929F-469F-9FA4-9B71E7CFA462}" type="sibTrans" cxnId="{C5B0E122-B8AB-41F8-B3BD-518CBE0D3BFD}">
      <dgm:prSet/>
      <dgm:spPr/>
      <dgm:t>
        <a:bodyPr/>
        <a:lstStyle/>
        <a:p>
          <a:endParaRPr lang="en-US"/>
        </a:p>
      </dgm:t>
    </dgm:pt>
    <dgm:pt modelId="{FDE0277B-A654-42EE-B4F1-943A2D2B7876}">
      <dgm:prSet/>
      <dgm:spPr/>
      <dgm:t>
        <a:bodyPr/>
        <a:lstStyle/>
        <a:p>
          <a:r>
            <a:rPr lang="en-IN"/>
            <a:t>HTML5</a:t>
          </a:r>
          <a:endParaRPr lang="en-US"/>
        </a:p>
      </dgm:t>
    </dgm:pt>
    <dgm:pt modelId="{4995DE87-99A3-4963-BBC2-8E577D95E80D}" type="parTrans" cxnId="{91185865-649E-4BA3-9B20-8CA9320BB937}">
      <dgm:prSet/>
      <dgm:spPr/>
      <dgm:t>
        <a:bodyPr/>
        <a:lstStyle/>
        <a:p>
          <a:endParaRPr lang="en-US"/>
        </a:p>
      </dgm:t>
    </dgm:pt>
    <dgm:pt modelId="{AB59FE1D-617C-48D2-8543-9D71C05ECF48}" type="sibTrans" cxnId="{91185865-649E-4BA3-9B20-8CA9320BB937}">
      <dgm:prSet/>
      <dgm:spPr/>
      <dgm:t>
        <a:bodyPr/>
        <a:lstStyle/>
        <a:p>
          <a:endParaRPr lang="en-US"/>
        </a:p>
      </dgm:t>
    </dgm:pt>
    <dgm:pt modelId="{4A982998-CADA-44E0-86C9-7159737419DC}">
      <dgm:prSet/>
      <dgm:spPr/>
      <dgm:t>
        <a:bodyPr/>
        <a:lstStyle/>
        <a:p>
          <a:r>
            <a:rPr lang="en-IN"/>
            <a:t>CSS3 (Glassmorphism + Dark Theme)</a:t>
          </a:r>
          <a:endParaRPr lang="en-US"/>
        </a:p>
      </dgm:t>
    </dgm:pt>
    <dgm:pt modelId="{C3D374E1-88F5-4869-AEE0-4DCAE333BCCD}" type="parTrans" cxnId="{9840BF81-E1AF-4CA2-96FB-30F90A1D42A0}">
      <dgm:prSet/>
      <dgm:spPr/>
      <dgm:t>
        <a:bodyPr/>
        <a:lstStyle/>
        <a:p>
          <a:endParaRPr lang="en-US"/>
        </a:p>
      </dgm:t>
    </dgm:pt>
    <dgm:pt modelId="{50E0D62B-541C-49F5-8718-34D701C45347}" type="sibTrans" cxnId="{9840BF81-E1AF-4CA2-96FB-30F90A1D42A0}">
      <dgm:prSet/>
      <dgm:spPr/>
      <dgm:t>
        <a:bodyPr/>
        <a:lstStyle/>
        <a:p>
          <a:endParaRPr lang="en-US"/>
        </a:p>
      </dgm:t>
    </dgm:pt>
    <dgm:pt modelId="{E7EA8452-98AC-4258-9B3A-B0323B4D2042}">
      <dgm:prSet/>
      <dgm:spPr/>
      <dgm:t>
        <a:bodyPr/>
        <a:lstStyle/>
        <a:p>
          <a:r>
            <a:rPr lang="en-IN"/>
            <a:t>JavaScript (AJAX interactions)</a:t>
          </a:r>
          <a:endParaRPr lang="en-US"/>
        </a:p>
      </dgm:t>
    </dgm:pt>
    <dgm:pt modelId="{732E0758-3A99-4EF7-AF4B-DA42C8730DEA}" type="parTrans" cxnId="{FA86CD35-48EB-4198-B5CD-708CDD5C9977}">
      <dgm:prSet/>
      <dgm:spPr/>
      <dgm:t>
        <a:bodyPr/>
        <a:lstStyle/>
        <a:p>
          <a:endParaRPr lang="en-US"/>
        </a:p>
      </dgm:t>
    </dgm:pt>
    <dgm:pt modelId="{6E1FE906-06E2-4174-9E46-38CA255C93F6}" type="sibTrans" cxnId="{FA86CD35-48EB-4198-B5CD-708CDD5C9977}">
      <dgm:prSet/>
      <dgm:spPr/>
      <dgm:t>
        <a:bodyPr/>
        <a:lstStyle/>
        <a:p>
          <a:endParaRPr lang="en-US"/>
        </a:p>
      </dgm:t>
    </dgm:pt>
    <dgm:pt modelId="{866EFCFE-F1AB-4D2A-8F4B-B805FC00727D}">
      <dgm:prSet/>
      <dgm:spPr/>
      <dgm:t>
        <a:bodyPr/>
        <a:lstStyle/>
        <a:p>
          <a:r>
            <a:rPr lang="en-IN" b="1"/>
            <a:t>Backend Layer</a:t>
          </a:r>
          <a:endParaRPr lang="en-US"/>
        </a:p>
      </dgm:t>
    </dgm:pt>
    <dgm:pt modelId="{E33048FA-4AD4-45CF-BB6E-4FEF54E0BFC3}" type="parTrans" cxnId="{659E3677-2971-4D0C-B7CF-8DB8312CE781}">
      <dgm:prSet/>
      <dgm:spPr/>
      <dgm:t>
        <a:bodyPr/>
        <a:lstStyle/>
        <a:p>
          <a:endParaRPr lang="en-US"/>
        </a:p>
      </dgm:t>
    </dgm:pt>
    <dgm:pt modelId="{AD6A27B0-1F07-4BDE-B1AA-96719816D079}" type="sibTrans" cxnId="{659E3677-2971-4D0C-B7CF-8DB8312CE781}">
      <dgm:prSet/>
      <dgm:spPr/>
      <dgm:t>
        <a:bodyPr/>
        <a:lstStyle/>
        <a:p>
          <a:endParaRPr lang="en-US"/>
        </a:p>
      </dgm:t>
    </dgm:pt>
    <dgm:pt modelId="{E52B270C-7075-4786-B030-FECB306B680A}">
      <dgm:prSet/>
      <dgm:spPr/>
      <dgm:t>
        <a:bodyPr/>
        <a:lstStyle/>
        <a:p>
          <a:r>
            <a:rPr lang="en-IN"/>
            <a:t>Django 4.2.7</a:t>
          </a:r>
          <a:endParaRPr lang="en-US"/>
        </a:p>
      </dgm:t>
    </dgm:pt>
    <dgm:pt modelId="{863108D6-51BD-438A-B212-34FAB41233A0}" type="parTrans" cxnId="{24533BEE-F35D-4E68-B04F-F41D6EB48C21}">
      <dgm:prSet/>
      <dgm:spPr/>
      <dgm:t>
        <a:bodyPr/>
        <a:lstStyle/>
        <a:p>
          <a:endParaRPr lang="en-US"/>
        </a:p>
      </dgm:t>
    </dgm:pt>
    <dgm:pt modelId="{E75C9C65-E4BB-4F1E-B2F4-190E44F4F0A7}" type="sibTrans" cxnId="{24533BEE-F35D-4E68-B04F-F41D6EB48C21}">
      <dgm:prSet/>
      <dgm:spPr/>
      <dgm:t>
        <a:bodyPr/>
        <a:lstStyle/>
        <a:p>
          <a:endParaRPr lang="en-US"/>
        </a:p>
      </dgm:t>
    </dgm:pt>
    <dgm:pt modelId="{1D810AE6-2937-4666-BE2D-BB69DA9CF4BA}">
      <dgm:prSet/>
      <dgm:spPr/>
      <dgm:t>
        <a:bodyPr/>
        <a:lstStyle/>
        <a:p>
          <a:r>
            <a:rPr lang="en-IN"/>
            <a:t>Service Layer (TMDBService, YouTubeService)</a:t>
          </a:r>
          <a:endParaRPr lang="en-US"/>
        </a:p>
      </dgm:t>
    </dgm:pt>
    <dgm:pt modelId="{4A87DD54-B29D-46AB-A038-433370F3266B}" type="parTrans" cxnId="{07C46984-463C-48D2-A875-53D65AA1B474}">
      <dgm:prSet/>
      <dgm:spPr/>
      <dgm:t>
        <a:bodyPr/>
        <a:lstStyle/>
        <a:p>
          <a:endParaRPr lang="en-US"/>
        </a:p>
      </dgm:t>
    </dgm:pt>
    <dgm:pt modelId="{7F911CEA-834A-40F3-B608-3D2DABC392BF}" type="sibTrans" cxnId="{07C46984-463C-48D2-A875-53D65AA1B474}">
      <dgm:prSet/>
      <dgm:spPr/>
      <dgm:t>
        <a:bodyPr/>
        <a:lstStyle/>
        <a:p>
          <a:endParaRPr lang="en-US"/>
        </a:p>
      </dgm:t>
    </dgm:pt>
    <dgm:pt modelId="{4F51D44A-6BA0-4D9C-93EE-2F8FE24730F7}">
      <dgm:prSet/>
      <dgm:spPr/>
      <dgm:t>
        <a:bodyPr/>
        <a:lstStyle/>
        <a:p>
          <a:r>
            <a:rPr lang="en-IN"/>
            <a:t>Business Logic (Views)</a:t>
          </a:r>
          <a:endParaRPr lang="en-US"/>
        </a:p>
      </dgm:t>
    </dgm:pt>
    <dgm:pt modelId="{3A7B628B-DAC4-40F4-915F-ADC1344D6958}" type="parTrans" cxnId="{3803FB07-6BA3-4BE7-B421-0BD426070B92}">
      <dgm:prSet/>
      <dgm:spPr/>
      <dgm:t>
        <a:bodyPr/>
        <a:lstStyle/>
        <a:p>
          <a:endParaRPr lang="en-US"/>
        </a:p>
      </dgm:t>
    </dgm:pt>
    <dgm:pt modelId="{B16D781F-D475-4AE9-8547-84AAB444A74E}" type="sibTrans" cxnId="{3803FB07-6BA3-4BE7-B421-0BD426070B92}">
      <dgm:prSet/>
      <dgm:spPr/>
      <dgm:t>
        <a:bodyPr/>
        <a:lstStyle/>
        <a:p>
          <a:endParaRPr lang="en-US"/>
        </a:p>
      </dgm:t>
    </dgm:pt>
    <dgm:pt modelId="{37CB74F3-CAAD-4C15-A51A-C85A57020985}">
      <dgm:prSet/>
      <dgm:spPr/>
      <dgm:t>
        <a:bodyPr/>
        <a:lstStyle/>
        <a:p>
          <a:r>
            <a:rPr lang="en-IN" b="1"/>
            <a:t>Database Layer</a:t>
          </a:r>
          <a:endParaRPr lang="en-US"/>
        </a:p>
      </dgm:t>
    </dgm:pt>
    <dgm:pt modelId="{E654B8F1-BF19-4D9D-BD34-C998A67E6DA1}" type="parTrans" cxnId="{BDB419CF-4C17-40F4-93C7-195C114AF733}">
      <dgm:prSet/>
      <dgm:spPr/>
      <dgm:t>
        <a:bodyPr/>
        <a:lstStyle/>
        <a:p>
          <a:endParaRPr lang="en-US"/>
        </a:p>
      </dgm:t>
    </dgm:pt>
    <dgm:pt modelId="{56BD5171-1AC7-4C08-A269-9331FDDF946E}" type="sibTrans" cxnId="{BDB419CF-4C17-40F4-93C7-195C114AF733}">
      <dgm:prSet/>
      <dgm:spPr/>
      <dgm:t>
        <a:bodyPr/>
        <a:lstStyle/>
        <a:p>
          <a:endParaRPr lang="en-US"/>
        </a:p>
      </dgm:t>
    </dgm:pt>
    <dgm:pt modelId="{D6F9335B-C699-43F0-B5DC-8559CFE94DB5}">
      <dgm:prSet/>
      <dgm:spPr/>
      <dgm:t>
        <a:bodyPr/>
        <a:lstStyle/>
        <a:p>
          <a:r>
            <a:rPr lang="en-IN"/>
            <a:t>SQLite (Development)</a:t>
          </a:r>
          <a:endParaRPr lang="en-US"/>
        </a:p>
      </dgm:t>
    </dgm:pt>
    <dgm:pt modelId="{47298B32-D351-4D82-A90C-EECB9DA065C6}" type="parTrans" cxnId="{4F220103-0EC6-4E69-B61E-A0220A9EACC6}">
      <dgm:prSet/>
      <dgm:spPr/>
      <dgm:t>
        <a:bodyPr/>
        <a:lstStyle/>
        <a:p>
          <a:endParaRPr lang="en-US"/>
        </a:p>
      </dgm:t>
    </dgm:pt>
    <dgm:pt modelId="{C544A838-2F14-48F2-82F4-BE3D78C0EC72}" type="sibTrans" cxnId="{4F220103-0EC6-4E69-B61E-A0220A9EACC6}">
      <dgm:prSet/>
      <dgm:spPr/>
      <dgm:t>
        <a:bodyPr/>
        <a:lstStyle/>
        <a:p>
          <a:endParaRPr lang="en-US"/>
        </a:p>
      </dgm:t>
    </dgm:pt>
    <dgm:pt modelId="{D3749FDE-1E3B-4CD6-86E5-8285F57446C6}">
      <dgm:prSet/>
      <dgm:spPr/>
      <dgm:t>
        <a:bodyPr/>
        <a:lstStyle/>
        <a:p>
          <a:r>
            <a:rPr lang="en-IN"/>
            <a:t>Relational models (Movie, Watchlist, Rating, MovieView)</a:t>
          </a:r>
          <a:endParaRPr lang="en-US"/>
        </a:p>
      </dgm:t>
    </dgm:pt>
    <dgm:pt modelId="{159BC18E-4019-4E1B-9EB1-74F1891D893E}" type="parTrans" cxnId="{F0A38A7D-77E1-451C-841C-99CB9573A1E0}">
      <dgm:prSet/>
      <dgm:spPr/>
      <dgm:t>
        <a:bodyPr/>
        <a:lstStyle/>
        <a:p>
          <a:endParaRPr lang="en-US"/>
        </a:p>
      </dgm:t>
    </dgm:pt>
    <dgm:pt modelId="{EDDA994F-6803-4919-8915-4FC1ABEFB20F}" type="sibTrans" cxnId="{F0A38A7D-77E1-451C-841C-99CB9573A1E0}">
      <dgm:prSet/>
      <dgm:spPr/>
      <dgm:t>
        <a:bodyPr/>
        <a:lstStyle/>
        <a:p>
          <a:endParaRPr lang="en-US"/>
        </a:p>
      </dgm:t>
    </dgm:pt>
    <dgm:pt modelId="{8C1B11CF-FBB3-40A8-9977-335C48495C62}">
      <dgm:prSet/>
      <dgm:spPr/>
      <dgm:t>
        <a:bodyPr/>
        <a:lstStyle/>
        <a:p>
          <a:r>
            <a:rPr lang="en-IN" b="1"/>
            <a:t>External APIs</a:t>
          </a:r>
          <a:endParaRPr lang="en-US"/>
        </a:p>
      </dgm:t>
    </dgm:pt>
    <dgm:pt modelId="{C767B630-5D4A-4658-A5F5-70D7D2A82249}" type="parTrans" cxnId="{AB7C8637-4645-4EFD-AAD0-0E0090DCB85D}">
      <dgm:prSet/>
      <dgm:spPr/>
      <dgm:t>
        <a:bodyPr/>
        <a:lstStyle/>
        <a:p>
          <a:endParaRPr lang="en-US"/>
        </a:p>
      </dgm:t>
    </dgm:pt>
    <dgm:pt modelId="{D75DC4F6-C0C0-48D4-8CB5-0785EDB8A01C}" type="sibTrans" cxnId="{AB7C8637-4645-4EFD-AAD0-0E0090DCB85D}">
      <dgm:prSet/>
      <dgm:spPr/>
      <dgm:t>
        <a:bodyPr/>
        <a:lstStyle/>
        <a:p>
          <a:endParaRPr lang="en-US"/>
        </a:p>
      </dgm:t>
    </dgm:pt>
    <dgm:pt modelId="{554C01D9-9761-4A3D-A5C9-160EB05535E7}">
      <dgm:prSet/>
      <dgm:spPr/>
      <dgm:t>
        <a:bodyPr/>
        <a:lstStyle/>
        <a:p>
          <a:r>
            <a:rPr lang="en-IN"/>
            <a:t>TMDB API (movie data)</a:t>
          </a:r>
          <a:endParaRPr lang="en-US"/>
        </a:p>
      </dgm:t>
    </dgm:pt>
    <dgm:pt modelId="{2ECFB9D5-2590-4C5B-8992-DE240A200A5B}" type="parTrans" cxnId="{08CCB0DD-597D-4747-8808-38F8E9ACCBF6}">
      <dgm:prSet/>
      <dgm:spPr/>
      <dgm:t>
        <a:bodyPr/>
        <a:lstStyle/>
        <a:p>
          <a:endParaRPr lang="en-US"/>
        </a:p>
      </dgm:t>
    </dgm:pt>
    <dgm:pt modelId="{F85E861E-3724-469F-83D9-1F1294451DA4}" type="sibTrans" cxnId="{08CCB0DD-597D-4747-8808-38F8E9ACCBF6}">
      <dgm:prSet/>
      <dgm:spPr/>
      <dgm:t>
        <a:bodyPr/>
        <a:lstStyle/>
        <a:p>
          <a:endParaRPr lang="en-US"/>
        </a:p>
      </dgm:t>
    </dgm:pt>
    <dgm:pt modelId="{C10B92C4-C5EF-4525-B37D-27BB488E8A1E}">
      <dgm:prSet/>
      <dgm:spPr/>
      <dgm:t>
        <a:bodyPr/>
        <a:lstStyle/>
        <a:p>
          <a:r>
            <a:rPr lang="en-IN"/>
            <a:t>YouTube Data API (trailers)</a:t>
          </a:r>
          <a:endParaRPr lang="en-US"/>
        </a:p>
      </dgm:t>
    </dgm:pt>
    <dgm:pt modelId="{C9978147-F059-411C-B7BB-69CC4401ECEC}" type="parTrans" cxnId="{FB7F56E2-2EC3-4ABA-96D3-6584F7C8C18B}">
      <dgm:prSet/>
      <dgm:spPr/>
      <dgm:t>
        <a:bodyPr/>
        <a:lstStyle/>
        <a:p>
          <a:endParaRPr lang="en-US"/>
        </a:p>
      </dgm:t>
    </dgm:pt>
    <dgm:pt modelId="{AF141D3A-F9F2-43EA-91DD-14040ED07679}" type="sibTrans" cxnId="{FB7F56E2-2EC3-4ABA-96D3-6584F7C8C18B}">
      <dgm:prSet/>
      <dgm:spPr/>
      <dgm:t>
        <a:bodyPr/>
        <a:lstStyle/>
        <a:p>
          <a:endParaRPr lang="en-US"/>
        </a:p>
      </dgm:t>
    </dgm:pt>
    <dgm:pt modelId="{860F11A8-71A6-DC49-A39B-E0BFE4691DB8}" type="pres">
      <dgm:prSet presAssocID="{6521A9F4-96D7-4DE6-A315-79C1D9D56872}" presName="diagram" presStyleCnt="0">
        <dgm:presLayoutVars>
          <dgm:dir/>
          <dgm:resizeHandles val="exact"/>
        </dgm:presLayoutVars>
      </dgm:prSet>
      <dgm:spPr/>
    </dgm:pt>
    <dgm:pt modelId="{8B970CE5-F311-F940-9035-FE30936FACB1}" type="pres">
      <dgm:prSet presAssocID="{04171A41-77C1-4B91-BA87-604B2AF9FD2A}" presName="node" presStyleLbl="node1" presStyleIdx="0" presStyleCnt="8">
        <dgm:presLayoutVars>
          <dgm:bulletEnabled val="1"/>
        </dgm:presLayoutVars>
      </dgm:prSet>
      <dgm:spPr/>
    </dgm:pt>
    <dgm:pt modelId="{145D6ACE-EE3A-884D-92E0-3291E91EABEB}" type="pres">
      <dgm:prSet presAssocID="{4D3B09BA-2CB5-4203-A5D0-10A41AEB26DE}" presName="sibTrans" presStyleCnt="0"/>
      <dgm:spPr/>
    </dgm:pt>
    <dgm:pt modelId="{D1523F93-EB3C-1445-A814-1AFB75E8AFDA}" type="pres">
      <dgm:prSet presAssocID="{C7905270-0B66-4C35-AD58-56437B83D1B0}" presName="node" presStyleLbl="node1" presStyleIdx="1" presStyleCnt="8">
        <dgm:presLayoutVars>
          <dgm:bulletEnabled val="1"/>
        </dgm:presLayoutVars>
      </dgm:prSet>
      <dgm:spPr/>
    </dgm:pt>
    <dgm:pt modelId="{A7DFF126-7E16-EB44-A720-0F99F908D9F2}" type="pres">
      <dgm:prSet presAssocID="{759D7643-F38C-4514-82B5-C6568B9B9103}" presName="sibTrans" presStyleCnt="0"/>
      <dgm:spPr/>
    </dgm:pt>
    <dgm:pt modelId="{894825D4-4E8C-3748-8B79-14FB1DACBC8C}" type="pres">
      <dgm:prSet presAssocID="{3CC1E4C5-D7CF-4C01-A009-054301F22F42}" presName="node" presStyleLbl="node1" presStyleIdx="2" presStyleCnt="8">
        <dgm:presLayoutVars>
          <dgm:bulletEnabled val="1"/>
        </dgm:presLayoutVars>
      </dgm:prSet>
      <dgm:spPr/>
    </dgm:pt>
    <dgm:pt modelId="{46AB0F17-E327-7643-A2D4-30F60DDB9EE7}" type="pres">
      <dgm:prSet presAssocID="{49E75225-D06A-4EB7-BA0F-41DE157A41B4}" presName="sibTrans" presStyleCnt="0"/>
      <dgm:spPr/>
    </dgm:pt>
    <dgm:pt modelId="{2CA4A5D2-B5FB-9343-B058-966E76718C79}" type="pres">
      <dgm:prSet presAssocID="{E38BA383-7388-44AC-B65E-F5799758F2AC}" presName="node" presStyleLbl="node1" presStyleIdx="3" presStyleCnt="8">
        <dgm:presLayoutVars>
          <dgm:bulletEnabled val="1"/>
        </dgm:presLayoutVars>
      </dgm:prSet>
      <dgm:spPr/>
    </dgm:pt>
    <dgm:pt modelId="{DEAC22AE-358F-4A44-94BC-AF53F6874BF9}" type="pres">
      <dgm:prSet presAssocID="{7E6838CC-00EB-4C31-92C2-CE30A870A084}" presName="sibTrans" presStyleCnt="0"/>
      <dgm:spPr/>
    </dgm:pt>
    <dgm:pt modelId="{7BC8B169-3DF9-E446-9E90-930E9ABB286D}" type="pres">
      <dgm:prSet presAssocID="{66702DB1-FCCD-46AB-AA99-0E5BDC42AF5C}" presName="node" presStyleLbl="node1" presStyleIdx="4" presStyleCnt="8">
        <dgm:presLayoutVars>
          <dgm:bulletEnabled val="1"/>
        </dgm:presLayoutVars>
      </dgm:prSet>
      <dgm:spPr/>
    </dgm:pt>
    <dgm:pt modelId="{DB4C1EC3-3A3D-E34D-AF3A-7B3509E7E69C}" type="pres">
      <dgm:prSet presAssocID="{5155B245-929F-469F-9FA4-9B71E7CFA462}" presName="sibTrans" presStyleCnt="0"/>
      <dgm:spPr/>
    </dgm:pt>
    <dgm:pt modelId="{DCBF411A-0A02-094F-B7CC-2E44D136E111}" type="pres">
      <dgm:prSet presAssocID="{866EFCFE-F1AB-4D2A-8F4B-B805FC00727D}" presName="node" presStyleLbl="node1" presStyleIdx="5" presStyleCnt="8">
        <dgm:presLayoutVars>
          <dgm:bulletEnabled val="1"/>
        </dgm:presLayoutVars>
      </dgm:prSet>
      <dgm:spPr/>
    </dgm:pt>
    <dgm:pt modelId="{EA33690A-D517-434C-BD47-565697594FD5}" type="pres">
      <dgm:prSet presAssocID="{AD6A27B0-1F07-4BDE-B1AA-96719816D079}" presName="sibTrans" presStyleCnt="0"/>
      <dgm:spPr/>
    </dgm:pt>
    <dgm:pt modelId="{77CB1AAB-32F9-D247-BA73-27F7B4CBF8B9}" type="pres">
      <dgm:prSet presAssocID="{37CB74F3-CAAD-4C15-A51A-C85A57020985}" presName="node" presStyleLbl="node1" presStyleIdx="6" presStyleCnt="8">
        <dgm:presLayoutVars>
          <dgm:bulletEnabled val="1"/>
        </dgm:presLayoutVars>
      </dgm:prSet>
      <dgm:spPr/>
    </dgm:pt>
    <dgm:pt modelId="{FB54CA6F-DFFA-A247-9F6A-B3AFEA6801C1}" type="pres">
      <dgm:prSet presAssocID="{56BD5171-1AC7-4C08-A269-9331FDDF946E}" presName="sibTrans" presStyleCnt="0"/>
      <dgm:spPr/>
    </dgm:pt>
    <dgm:pt modelId="{E9172962-7F74-ED4E-A195-AACDA1C82B87}" type="pres">
      <dgm:prSet presAssocID="{8C1B11CF-FBB3-40A8-9977-335C48495C62}" presName="node" presStyleLbl="node1" presStyleIdx="7" presStyleCnt="8">
        <dgm:presLayoutVars>
          <dgm:bulletEnabled val="1"/>
        </dgm:presLayoutVars>
      </dgm:prSet>
      <dgm:spPr/>
    </dgm:pt>
  </dgm:ptLst>
  <dgm:cxnLst>
    <dgm:cxn modelId="{4F220103-0EC6-4E69-B61E-A0220A9EACC6}" srcId="{37CB74F3-CAAD-4C15-A51A-C85A57020985}" destId="{D6F9335B-C699-43F0-B5DC-8559CFE94DB5}" srcOrd="0" destOrd="0" parTransId="{47298B32-D351-4D82-A90C-EECB9DA065C6}" sibTransId="{C544A838-2F14-48F2-82F4-BE3D78C0EC72}"/>
    <dgm:cxn modelId="{3803FB07-6BA3-4BE7-B421-0BD426070B92}" srcId="{866EFCFE-F1AB-4D2A-8F4B-B805FC00727D}" destId="{4F51D44A-6BA0-4D9C-93EE-2F8FE24730F7}" srcOrd="2" destOrd="0" parTransId="{3A7B628B-DAC4-40F4-915F-ADC1344D6958}" sibTransId="{B16D781F-D475-4AE9-8547-84AAB444A74E}"/>
    <dgm:cxn modelId="{71331D12-C9B5-1C43-BC9E-10CDEEF58424}" type="presOf" srcId="{C7905270-0B66-4C35-AD58-56437B83D1B0}" destId="{D1523F93-EB3C-1445-A814-1AFB75E8AFDA}" srcOrd="0" destOrd="0" presId="urn:microsoft.com/office/officeart/2005/8/layout/default"/>
    <dgm:cxn modelId="{C5B0E122-B8AB-41F8-B3BD-518CBE0D3BFD}" srcId="{6521A9F4-96D7-4DE6-A315-79C1D9D56872}" destId="{66702DB1-FCCD-46AB-AA99-0E5BDC42AF5C}" srcOrd="4" destOrd="0" parTransId="{49420734-8540-4C2F-A1E4-65B1736F8A02}" sibTransId="{5155B245-929F-469F-9FA4-9B71E7CFA462}"/>
    <dgm:cxn modelId="{2E45292F-9FD3-514D-895E-1B82C6C2FF1F}" type="presOf" srcId="{8C1B11CF-FBB3-40A8-9977-335C48495C62}" destId="{E9172962-7F74-ED4E-A195-AACDA1C82B87}" srcOrd="0" destOrd="0" presId="urn:microsoft.com/office/officeart/2005/8/layout/default"/>
    <dgm:cxn modelId="{FA86CD35-48EB-4198-B5CD-708CDD5C9977}" srcId="{66702DB1-FCCD-46AB-AA99-0E5BDC42AF5C}" destId="{E7EA8452-98AC-4258-9B3A-B0323B4D2042}" srcOrd="2" destOrd="0" parTransId="{732E0758-3A99-4EF7-AF4B-DA42C8730DEA}" sibTransId="{6E1FE906-06E2-4174-9E46-38CA255C93F6}"/>
    <dgm:cxn modelId="{AB7C8637-4645-4EFD-AAD0-0E0090DCB85D}" srcId="{6521A9F4-96D7-4DE6-A315-79C1D9D56872}" destId="{8C1B11CF-FBB3-40A8-9977-335C48495C62}" srcOrd="7" destOrd="0" parTransId="{C767B630-5D4A-4658-A5F5-70D7D2A82249}" sibTransId="{D75DC4F6-C0C0-48D4-8CB5-0785EDB8A01C}"/>
    <dgm:cxn modelId="{2E255C3A-539F-4836-88F7-B1B530151F72}" srcId="{6521A9F4-96D7-4DE6-A315-79C1D9D56872}" destId="{04171A41-77C1-4B91-BA87-604B2AF9FD2A}" srcOrd="0" destOrd="0" parTransId="{A786372D-7D71-4FB9-BD6C-6380D1AB3D4A}" sibTransId="{4D3B09BA-2CB5-4203-A5D0-10A41AEB26DE}"/>
    <dgm:cxn modelId="{1A0F514F-1022-6B42-B90D-D794BB1F0694}" type="presOf" srcId="{37CB74F3-CAAD-4C15-A51A-C85A57020985}" destId="{77CB1AAB-32F9-D247-BA73-27F7B4CBF8B9}" srcOrd="0" destOrd="0" presId="urn:microsoft.com/office/officeart/2005/8/layout/default"/>
    <dgm:cxn modelId="{1A9FE750-1F9D-6247-9B6E-30B5CEF6744D}" type="presOf" srcId="{FDE0277B-A654-42EE-B4F1-943A2D2B7876}" destId="{7BC8B169-3DF9-E446-9E90-930E9ABB286D}" srcOrd="0" destOrd="1" presId="urn:microsoft.com/office/officeart/2005/8/layout/default"/>
    <dgm:cxn modelId="{6815B751-04E3-4F49-A3B7-E3B3F8194FE5}" type="presOf" srcId="{866EFCFE-F1AB-4D2A-8F4B-B805FC00727D}" destId="{DCBF411A-0A02-094F-B7CC-2E44D136E111}" srcOrd="0" destOrd="0" presId="urn:microsoft.com/office/officeart/2005/8/layout/default"/>
    <dgm:cxn modelId="{7F0AD454-2588-F84F-A727-66C996350E0C}" type="presOf" srcId="{554C01D9-9761-4A3D-A5C9-160EB05535E7}" destId="{E9172962-7F74-ED4E-A195-AACDA1C82B87}" srcOrd="0" destOrd="1" presId="urn:microsoft.com/office/officeart/2005/8/layout/default"/>
    <dgm:cxn modelId="{3C8AEF5B-CF7C-F647-9CA2-3E2B1BA52DA8}" type="presOf" srcId="{4F51D44A-6BA0-4D9C-93EE-2F8FE24730F7}" destId="{DCBF411A-0A02-094F-B7CC-2E44D136E111}" srcOrd="0" destOrd="3" presId="urn:microsoft.com/office/officeart/2005/8/layout/default"/>
    <dgm:cxn modelId="{2E69DB64-24A4-D544-AC7B-00E6C2287537}" type="presOf" srcId="{E38BA383-7388-44AC-B65E-F5799758F2AC}" destId="{2CA4A5D2-B5FB-9343-B058-966E76718C79}" srcOrd="0" destOrd="0" presId="urn:microsoft.com/office/officeart/2005/8/layout/default"/>
    <dgm:cxn modelId="{91185865-649E-4BA3-9B20-8CA9320BB937}" srcId="{66702DB1-FCCD-46AB-AA99-0E5BDC42AF5C}" destId="{FDE0277B-A654-42EE-B4F1-943A2D2B7876}" srcOrd="0" destOrd="0" parTransId="{4995DE87-99A3-4963-BBC2-8E577D95E80D}" sibTransId="{AB59FE1D-617C-48D2-8543-9D71C05ECF48}"/>
    <dgm:cxn modelId="{9FCEA76D-5814-481D-BFE4-78F759A04EBE}" srcId="{6521A9F4-96D7-4DE6-A315-79C1D9D56872}" destId="{3CC1E4C5-D7CF-4C01-A009-054301F22F42}" srcOrd="2" destOrd="0" parTransId="{55FB4684-A707-4E00-AAAD-8CF8F1783090}" sibTransId="{49E75225-D06A-4EB7-BA0F-41DE157A41B4}"/>
    <dgm:cxn modelId="{29C01B77-7249-1840-BDC9-318E69DFF601}" type="presOf" srcId="{E52B270C-7075-4786-B030-FECB306B680A}" destId="{DCBF411A-0A02-094F-B7CC-2E44D136E111}" srcOrd="0" destOrd="1" presId="urn:microsoft.com/office/officeart/2005/8/layout/default"/>
    <dgm:cxn modelId="{659E3677-2971-4D0C-B7CF-8DB8312CE781}" srcId="{6521A9F4-96D7-4DE6-A315-79C1D9D56872}" destId="{866EFCFE-F1AB-4D2A-8F4B-B805FC00727D}" srcOrd="5" destOrd="0" parTransId="{E33048FA-4AD4-45CF-BB6E-4FEF54E0BFC3}" sibTransId="{AD6A27B0-1F07-4BDE-B1AA-96719816D079}"/>
    <dgm:cxn modelId="{F0A38A7D-77E1-451C-841C-99CB9573A1E0}" srcId="{37CB74F3-CAAD-4C15-A51A-C85A57020985}" destId="{D3749FDE-1E3B-4CD6-86E5-8285F57446C6}" srcOrd="1" destOrd="0" parTransId="{159BC18E-4019-4E1B-9EB1-74F1891D893E}" sibTransId="{EDDA994F-6803-4919-8915-4FC1ABEFB20F}"/>
    <dgm:cxn modelId="{9840BF81-E1AF-4CA2-96FB-30F90A1D42A0}" srcId="{66702DB1-FCCD-46AB-AA99-0E5BDC42AF5C}" destId="{4A982998-CADA-44E0-86C9-7159737419DC}" srcOrd="1" destOrd="0" parTransId="{C3D374E1-88F5-4869-AEE0-4DCAE333BCCD}" sibTransId="{50E0D62B-541C-49F5-8718-34D701C45347}"/>
    <dgm:cxn modelId="{07C46984-463C-48D2-A875-53D65AA1B474}" srcId="{866EFCFE-F1AB-4D2A-8F4B-B805FC00727D}" destId="{1D810AE6-2937-4666-BE2D-BB69DA9CF4BA}" srcOrd="1" destOrd="0" parTransId="{4A87DD54-B29D-46AB-A038-433370F3266B}" sibTransId="{7F911CEA-834A-40F3-B608-3D2DABC392BF}"/>
    <dgm:cxn modelId="{F7532C9C-78BB-4748-9D51-EEB784F0D1DF}" type="presOf" srcId="{D3749FDE-1E3B-4CD6-86E5-8285F57446C6}" destId="{77CB1AAB-32F9-D247-BA73-27F7B4CBF8B9}" srcOrd="0" destOrd="2" presId="urn:microsoft.com/office/officeart/2005/8/layout/default"/>
    <dgm:cxn modelId="{4B6C51A5-5118-C049-96A6-CC4A2C936877}" type="presOf" srcId="{4A982998-CADA-44E0-86C9-7159737419DC}" destId="{7BC8B169-3DF9-E446-9E90-930E9ABB286D}" srcOrd="0" destOrd="2" presId="urn:microsoft.com/office/officeart/2005/8/layout/default"/>
    <dgm:cxn modelId="{5AE818A7-A832-BA42-A6C2-5C688A9F32EA}" type="presOf" srcId="{E7EA8452-98AC-4258-9B3A-B0323B4D2042}" destId="{7BC8B169-3DF9-E446-9E90-930E9ABB286D}" srcOrd="0" destOrd="3" presId="urn:microsoft.com/office/officeart/2005/8/layout/default"/>
    <dgm:cxn modelId="{C3DBF3AD-48CE-7A43-8AAF-E7DE4F26B78D}" type="presOf" srcId="{04171A41-77C1-4B91-BA87-604B2AF9FD2A}" destId="{8B970CE5-F311-F940-9035-FE30936FACB1}" srcOrd="0" destOrd="0" presId="urn:microsoft.com/office/officeart/2005/8/layout/default"/>
    <dgm:cxn modelId="{942DE7B1-C284-724C-B575-AA1EB82DA414}" type="presOf" srcId="{1D810AE6-2937-4666-BE2D-BB69DA9CF4BA}" destId="{DCBF411A-0A02-094F-B7CC-2E44D136E111}" srcOrd="0" destOrd="2" presId="urn:microsoft.com/office/officeart/2005/8/layout/default"/>
    <dgm:cxn modelId="{1E92A5B6-D237-0843-B319-7FCD2DF1D37D}" type="presOf" srcId="{3CC1E4C5-D7CF-4C01-A009-054301F22F42}" destId="{894825D4-4E8C-3748-8B79-14FB1DACBC8C}" srcOrd="0" destOrd="0" presId="urn:microsoft.com/office/officeart/2005/8/layout/default"/>
    <dgm:cxn modelId="{4E7DAEBA-BE39-DD48-AABA-65491B790CC4}" type="presOf" srcId="{D6F9335B-C699-43F0-B5DC-8559CFE94DB5}" destId="{77CB1AAB-32F9-D247-BA73-27F7B4CBF8B9}" srcOrd="0" destOrd="1" presId="urn:microsoft.com/office/officeart/2005/8/layout/default"/>
    <dgm:cxn modelId="{DDD212BC-DC54-47D5-AA23-A5F629613AB8}" srcId="{6521A9F4-96D7-4DE6-A315-79C1D9D56872}" destId="{E38BA383-7388-44AC-B65E-F5799758F2AC}" srcOrd="3" destOrd="0" parTransId="{C03EB471-896E-468D-8E6D-25142A842852}" sibTransId="{7E6838CC-00EB-4C31-92C2-CE30A870A084}"/>
    <dgm:cxn modelId="{BDB419CF-4C17-40F4-93C7-195C114AF733}" srcId="{6521A9F4-96D7-4DE6-A315-79C1D9D56872}" destId="{37CB74F3-CAAD-4C15-A51A-C85A57020985}" srcOrd="6" destOrd="0" parTransId="{E654B8F1-BF19-4D9D-BD34-C998A67E6DA1}" sibTransId="{56BD5171-1AC7-4C08-A269-9331FDDF946E}"/>
    <dgm:cxn modelId="{3CEC1DDD-BC36-E341-93BD-4512A9E757DF}" type="presOf" srcId="{C10B92C4-C5EF-4525-B37D-27BB488E8A1E}" destId="{E9172962-7F74-ED4E-A195-AACDA1C82B87}" srcOrd="0" destOrd="2" presId="urn:microsoft.com/office/officeart/2005/8/layout/default"/>
    <dgm:cxn modelId="{08CCB0DD-597D-4747-8808-38F8E9ACCBF6}" srcId="{8C1B11CF-FBB3-40A8-9977-335C48495C62}" destId="{554C01D9-9761-4A3D-A5C9-160EB05535E7}" srcOrd="0" destOrd="0" parTransId="{2ECFB9D5-2590-4C5B-8992-DE240A200A5B}" sibTransId="{F85E861E-3724-469F-83D9-1F1294451DA4}"/>
    <dgm:cxn modelId="{FB7F56E2-2EC3-4ABA-96D3-6584F7C8C18B}" srcId="{8C1B11CF-FBB3-40A8-9977-335C48495C62}" destId="{C10B92C4-C5EF-4525-B37D-27BB488E8A1E}" srcOrd="1" destOrd="0" parTransId="{C9978147-F059-411C-B7BB-69CC4401ECEC}" sibTransId="{AF141D3A-F9F2-43EA-91DD-14040ED07679}"/>
    <dgm:cxn modelId="{110D8FE5-CBD3-3144-A49D-661D338426BF}" type="presOf" srcId="{66702DB1-FCCD-46AB-AA99-0E5BDC42AF5C}" destId="{7BC8B169-3DF9-E446-9E90-930E9ABB286D}" srcOrd="0" destOrd="0" presId="urn:microsoft.com/office/officeart/2005/8/layout/default"/>
    <dgm:cxn modelId="{778F5FED-F0B1-47B6-9F63-22971058699D}" srcId="{6521A9F4-96D7-4DE6-A315-79C1D9D56872}" destId="{C7905270-0B66-4C35-AD58-56437B83D1B0}" srcOrd="1" destOrd="0" parTransId="{F31A0A08-C596-47AB-B12F-6396D9991210}" sibTransId="{759D7643-F38C-4514-82B5-C6568B9B9103}"/>
    <dgm:cxn modelId="{24533BEE-F35D-4E68-B04F-F41D6EB48C21}" srcId="{866EFCFE-F1AB-4D2A-8F4B-B805FC00727D}" destId="{E52B270C-7075-4786-B030-FECB306B680A}" srcOrd="0" destOrd="0" parTransId="{863108D6-51BD-438A-B212-34FAB41233A0}" sibTransId="{E75C9C65-E4BB-4F1E-B2F4-190E44F4F0A7}"/>
    <dgm:cxn modelId="{338E22EF-A26A-424E-9291-C4C13EAD51CD}" type="presOf" srcId="{6521A9F4-96D7-4DE6-A315-79C1D9D56872}" destId="{860F11A8-71A6-DC49-A39B-E0BFE4691DB8}" srcOrd="0" destOrd="0" presId="urn:microsoft.com/office/officeart/2005/8/layout/default"/>
    <dgm:cxn modelId="{393B2E0A-833B-A646-B2D7-96AFC32F6BCC}" type="presParOf" srcId="{860F11A8-71A6-DC49-A39B-E0BFE4691DB8}" destId="{8B970CE5-F311-F940-9035-FE30936FACB1}" srcOrd="0" destOrd="0" presId="urn:microsoft.com/office/officeart/2005/8/layout/default"/>
    <dgm:cxn modelId="{E02F8164-BFC9-1543-BC04-24B9D1EAFB51}" type="presParOf" srcId="{860F11A8-71A6-DC49-A39B-E0BFE4691DB8}" destId="{145D6ACE-EE3A-884D-92E0-3291E91EABEB}" srcOrd="1" destOrd="0" presId="urn:microsoft.com/office/officeart/2005/8/layout/default"/>
    <dgm:cxn modelId="{A55C1FB6-7E44-B24E-86E7-EA6A088E9899}" type="presParOf" srcId="{860F11A8-71A6-DC49-A39B-E0BFE4691DB8}" destId="{D1523F93-EB3C-1445-A814-1AFB75E8AFDA}" srcOrd="2" destOrd="0" presId="urn:microsoft.com/office/officeart/2005/8/layout/default"/>
    <dgm:cxn modelId="{926BEB59-975E-044D-AF28-F08E84AD14DD}" type="presParOf" srcId="{860F11A8-71A6-DC49-A39B-E0BFE4691DB8}" destId="{A7DFF126-7E16-EB44-A720-0F99F908D9F2}" srcOrd="3" destOrd="0" presId="urn:microsoft.com/office/officeart/2005/8/layout/default"/>
    <dgm:cxn modelId="{3D582079-8659-184F-806D-EDCB4C976519}" type="presParOf" srcId="{860F11A8-71A6-DC49-A39B-E0BFE4691DB8}" destId="{894825D4-4E8C-3748-8B79-14FB1DACBC8C}" srcOrd="4" destOrd="0" presId="urn:microsoft.com/office/officeart/2005/8/layout/default"/>
    <dgm:cxn modelId="{6EB18FEB-7432-4749-8F85-77FECA929495}" type="presParOf" srcId="{860F11A8-71A6-DC49-A39B-E0BFE4691DB8}" destId="{46AB0F17-E327-7643-A2D4-30F60DDB9EE7}" srcOrd="5" destOrd="0" presId="urn:microsoft.com/office/officeart/2005/8/layout/default"/>
    <dgm:cxn modelId="{23CE958C-0A89-594E-86CA-1FD2F6C01F0D}" type="presParOf" srcId="{860F11A8-71A6-DC49-A39B-E0BFE4691DB8}" destId="{2CA4A5D2-B5FB-9343-B058-966E76718C79}" srcOrd="6" destOrd="0" presId="urn:microsoft.com/office/officeart/2005/8/layout/default"/>
    <dgm:cxn modelId="{A4519491-3203-1C49-A479-45F35391AFA4}" type="presParOf" srcId="{860F11A8-71A6-DC49-A39B-E0BFE4691DB8}" destId="{DEAC22AE-358F-4A44-94BC-AF53F6874BF9}" srcOrd="7" destOrd="0" presId="urn:microsoft.com/office/officeart/2005/8/layout/default"/>
    <dgm:cxn modelId="{96ABE91C-F98E-224D-9F4C-5901E8B89424}" type="presParOf" srcId="{860F11A8-71A6-DC49-A39B-E0BFE4691DB8}" destId="{7BC8B169-3DF9-E446-9E90-930E9ABB286D}" srcOrd="8" destOrd="0" presId="urn:microsoft.com/office/officeart/2005/8/layout/default"/>
    <dgm:cxn modelId="{C703E4CD-A861-B249-B1AB-AB0592ACFA9B}" type="presParOf" srcId="{860F11A8-71A6-DC49-A39B-E0BFE4691DB8}" destId="{DB4C1EC3-3A3D-E34D-AF3A-7B3509E7E69C}" srcOrd="9" destOrd="0" presId="urn:microsoft.com/office/officeart/2005/8/layout/default"/>
    <dgm:cxn modelId="{F730C927-B2D1-2B49-9CB5-9FA9E9B9CB7F}" type="presParOf" srcId="{860F11A8-71A6-DC49-A39B-E0BFE4691DB8}" destId="{DCBF411A-0A02-094F-B7CC-2E44D136E111}" srcOrd="10" destOrd="0" presId="urn:microsoft.com/office/officeart/2005/8/layout/default"/>
    <dgm:cxn modelId="{961EBCD3-9CA1-0C46-BB38-8642E7DEDC2F}" type="presParOf" srcId="{860F11A8-71A6-DC49-A39B-E0BFE4691DB8}" destId="{EA33690A-D517-434C-BD47-565697594FD5}" srcOrd="11" destOrd="0" presId="urn:microsoft.com/office/officeart/2005/8/layout/default"/>
    <dgm:cxn modelId="{5CD5AFEF-5924-AC45-A389-C7D704AD3D26}" type="presParOf" srcId="{860F11A8-71A6-DC49-A39B-E0BFE4691DB8}" destId="{77CB1AAB-32F9-D247-BA73-27F7B4CBF8B9}" srcOrd="12" destOrd="0" presId="urn:microsoft.com/office/officeart/2005/8/layout/default"/>
    <dgm:cxn modelId="{4B8069BB-A18E-8F44-B071-DAC0D72D2F41}" type="presParOf" srcId="{860F11A8-71A6-DC49-A39B-E0BFE4691DB8}" destId="{FB54CA6F-DFFA-A247-9F6A-B3AFEA6801C1}" srcOrd="13" destOrd="0" presId="urn:microsoft.com/office/officeart/2005/8/layout/default"/>
    <dgm:cxn modelId="{EF80624E-4C7B-3C46-B89D-BAC9B34016CB}" type="presParOf" srcId="{860F11A8-71A6-DC49-A39B-E0BFE4691DB8}" destId="{E9172962-7F74-ED4E-A195-AACDA1C82B87}" srcOrd="1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A47714A9-2CDD-46CE-A9D7-C179BB795759}" type="doc">
      <dgm:prSet loTypeId="urn:microsoft.com/office/officeart/2005/8/layout/default" loCatId="list" qsTypeId="urn:microsoft.com/office/officeart/2005/8/quickstyle/simple5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75D0F102-08F1-4938-84A5-A2CA0B573D19}">
      <dgm:prSet/>
      <dgm:spPr/>
      <dgm:t>
        <a:bodyPr/>
        <a:lstStyle/>
        <a:p>
          <a:r>
            <a:rPr lang="en-IN" b="1"/>
            <a:t>Security Features</a:t>
          </a:r>
          <a:endParaRPr lang="en-US"/>
        </a:p>
      </dgm:t>
    </dgm:pt>
    <dgm:pt modelId="{2638F56D-4CFC-47C5-AA52-E96EEFB3E2F6}" type="parTrans" cxnId="{02825A2B-3641-4C10-9EED-496D2613F23C}">
      <dgm:prSet/>
      <dgm:spPr/>
      <dgm:t>
        <a:bodyPr/>
        <a:lstStyle/>
        <a:p>
          <a:endParaRPr lang="en-US"/>
        </a:p>
      </dgm:t>
    </dgm:pt>
    <dgm:pt modelId="{360E06F5-A14E-4627-B9DD-109267A653F3}" type="sibTrans" cxnId="{02825A2B-3641-4C10-9EED-496D2613F23C}">
      <dgm:prSet/>
      <dgm:spPr/>
      <dgm:t>
        <a:bodyPr/>
        <a:lstStyle/>
        <a:p>
          <a:endParaRPr lang="en-US"/>
        </a:p>
      </dgm:t>
    </dgm:pt>
    <dgm:pt modelId="{7E5EC5C1-A9E5-46CC-8F1D-F339BD8914B1}">
      <dgm:prSet/>
      <dgm:spPr/>
      <dgm:t>
        <a:bodyPr/>
        <a:lstStyle/>
        <a:p>
          <a:r>
            <a:rPr lang="en-IN"/>
            <a:t>CSRF Protection</a:t>
          </a:r>
          <a:endParaRPr lang="en-US"/>
        </a:p>
      </dgm:t>
    </dgm:pt>
    <dgm:pt modelId="{D746F55B-3F5E-4F82-97DF-28E89B1FA64C}" type="parTrans" cxnId="{94BF038B-6A98-4BB2-8947-11A26B16C9E9}">
      <dgm:prSet/>
      <dgm:spPr/>
      <dgm:t>
        <a:bodyPr/>
        <a:lstStyle/>
        <a:p>
          <a:endParaRPr lang="en-US"/>
        </a:p>
      </dgm:t>
    </dgm:pt>
    <dgm:pt modelId="{90AA5A30-08F9-4707-AF81-28013742D35E}" type="sibTrans" cxnId="{94BF038B-6A98-4BB2-8947-11A26B16C9E9}">
      <dgm:prSet/>
      <dgm:spPr/>
      <dgm:t>
        <a:bodyPr/>
        <a:lstStyle/>
        <a:p>
          <a:endParaRPr lang="en-US"/>
        </a:p>
      </dgm:t>
    </dgm:pt>
    <dgm:pt modelId="{CD7B6E1F-67DD-4D26-AA8D-1D6D5DD04AE2}">
      <dgm:prSet/>
      <dgm:spPr/>
      <dgm:t>
        <a:bodyPr/>
        <a:lstStyle/>
        <a:p>
          <a:r>
            <a:rPr lang="en-IN"/>
            <a:t>Password Validators</a:t>
          </a:r>
          <a:endParaRPr lang="en-US"/>
        </a:p>
      </dgm:t>
    </dgm:pt>
    <dgm:pt modelId="{2102458B-DC28-4AA7-BE32-E17816968BEF}" type="parTrans" cxnId="{663355D2-F743-4EE9-A903-BE5544F14869}">
      <dgm:prSet/>
      <dgm:spPr/>
      <dgm:t>
        <a:bodyPr/>
        <a:lstStyle/>
        <a:p>
          <a:endParaRPr lang="en-US"/>
        </a:p>
      </dgm:t>
    </dgm:pt>
    <dgm:pt modelId="{0A68A92C-A3FA-4938-B9EB-F32552DDDF46}" type="sibTrans" cxnId="{663355D2-F743-4EE9-A903-BE5544F14869}">
      <dgm:prSet/>
      <dgm:spPr/>
      <dgm:t>
        <a:bodyPr/>
        <a:lstStyle/>
        <a:p>
          <a:endParaRPr lang="en-US"/>
        </a:p>
      </dgm:t>
    </dgm:pt>
    <dgm:pt modelId="{075C6117-841F-4635-A360-FB3169CD2D1C}">
      <dgm:prSet/>
      <dgm:spPr/>
      <dgm:t>
        <a:bodyPr/>
        <a:lstStyle/>
        <a:p>
          <a:r>
            <a:rPr lang="en-IN"/>
            <a:t>Login Required Decorators</a:t>
          </a:r>
          <a:endParaRPr lang="en-US"/>
        </a:p>
      </dgm:t>
    </dgm:pt>
    <dgm:pt modelId="{79371393-0D93-460F-BFE3-C8D9BB06800D}" type="parTrans" cxnId="{E310A545-07C7-4011-8A63-69820982E947}">
      <dgm:prSet/>
      <dgm:spPr/>
      <dgm:t>
        <a:bodyPr/>
        <a:lstStyle/>
        <a:p>
          <a:endParaRPr lang="en-US"/>
        </a:p>
      </dgm:t>
    </dgm:pt>
    <dgm:pt modelId="{A2555503-5B80-4823-87AE-536A26781E9B}" type="sibTrans" cxnId="{E310A545-07C7-4011-8A63-69820982E947}">
      <dgm:prSet/>
      <dgm:spPr/>
      <dgm:t>
        <a:bodyPr/>
        <a:lstStyle/>
        <a:p>
          <a:endParaRPr lang="en-US"/>
        </a:p>
      </dgm:t>
    </dgm:pt>
    <dgm:pt modelId="{722F3969-9A1A-4DD0-AF8C-EC6D29A3D525}">
      <dgm:prSet/>
      <dgm:spPr/>
      <dgm:t>
        <a:bodyPr/>
        <a:lstStyle/>
        <a:p>
          <a:r>
            <a:rPr lang="en-IN"/>
            <a:t>Staff-only Access Controls</a:t>
          </a:r>
          <a:endParaRPr lang="en-US"/>
        </a:p>
      </dgm:t>
    </dgm:pt>
    <dgm:pt modelId="{6FE9CA83-99EB-4F10-A89C-A3A0B458DA5F}" type="parTrans" cxnId="{089DD894-6088-4AEF-AEA3-7E4B2E7ED7AA}">
      <dgm:prSet/>
      <dgm:spPr/>
      <dgm:t>
        <a:bodyPr/>
        <a:lstStyle/>
        <a:p>
          <a:endParaRPr lang="en-US"/>
        </a:p>
      </dgm:t>
    </dgm:pt>
    <dgm:pt modelId="{96BBFC38-FFFF-45C2-91FF-C02D1B53F12A}" type="sibTrans" cxnId="{089DD894-6088-4AEF-AEA3-7E4B2E7ED7AA}">
      <dgm:prSet/>
      <dgm:spPr/>
      <dgm:t>
        <a:bodyPr/>
        <a:lstStyle/>
        <a:p>
          <a:endParaRPr lang="en-US"/>
        </a:p>
      </dgm:t>
    </dgm:pt>
    <dgm:pt modelId="{F0CA5E7A-2E25-4DCA-B533-981893910E72}">
      <dgm:prSet/>
      <dgm:spPr/>
      <dgm:t>
        <a:bodyPr/>
        <a:lstStyle/>
        <a:p>
          <a:r>
            <a:rPr lang="en-IN"/>
            <a:t>Environment-based API key storage</a:t>
          </a:r>
          <a:endParaRPr lang="en-US"/>
        </a:p>
      </dgm:t>
    </dgm:pt>
    <dgm:pt modelId="{B5CA7C88-27D4-472D-8B03-FA05166D3ABE}" type="parTrans" cxnId="{5BAE846D-38A7-438B-8372-38DDAE0ACAC5}">
      <dgm:prSet/>
      <dgm:spPr/>
      <dgm:t>
        <a:bodyPr/>
        <a:lstStyle/>
        <a:p>
          <a:endParaRPr lang="en-US"/>
        </a:p>
      </dgm:t>
    </dgm:pt>
    <dgm:pt modelId="{7C48BB1D-6D64-48C0-8AAE-DD12A98B5304}" type="sibTrans" cxnId="{5BAE846D-38A7-438B-8372-38DDAE0ACAC5}">
      <dgm:prSet/>
      <dgm:spPr/>
      <dgm:t>
        <a:bodyPr/>
        <a:lstStyle/>
        <a:p>
          <a:endParaRPr lang="en-US"/>
        </a:p>
      </dgm:t>
    </dgm:pt>
    <dgm:pt modelId="{8FB0496C-ACD1-4844-AC7A-8AE6D729B101}">
      <dgm:prSet/>
      <dgm:spPr/>
      <dgm:t>
        <a:bodyPr/>
        <a:lstStyle/>
        <a:p>
          <a:r>
            <a:rPr lang="en-IN"/>
            <a:t>XSS &amp; Clickjacking protection</a:t>
          </a:r>
          <a:endParaRPr lang="en-US"/>
        </a:p>
      </dgm:t>
    </dgm:pt>
    <dgm:pt modelId="{F8170259-4C73-472B-9A79-335EC722BC89}" type="parTrans" cxnId="{1F0E6615-54FE-4ECD-97F7-E5FA5C4CC52E}">
      <dgm:prSet/>
      <dgm:spPr/>
      <dgm:t>
        <a:bodyPr/>
        <a:lstStyle/>
        <a:p>
          <a:endParaRPr lang="en-US"/>
        </a:p>
      </dgm:t>
    </dgm:pt>
    <dgm:pt modelId="{819AAD72-5599-477A-9DB9-6E9E9465EF18}" type="sibTrans" cxnId="{1F0E6615-54FE-4ECD-97F7-E5FA5C4CC52E}">
      <dgm:prSet/>
      <dgm:spPr/>
      <dgm:t>
        <a:bodyPr/>
        <a:lstStyle/>
        <a:p>
          <a:endParaRPr lang="en-US"/>
        </a:p>
      </dgm:t>
    </dgm:pt>
    <dgm:pt modelId="{6DB148AB-9C70-4E5B-8076-1AE741283DCD}">
      <dgm:prSet/>
      <dgm:spPr/>
      <dgm:t>
        <a:bodyPr/>
        <a:lstStyle/>
        <a:p>
          <a:r>
            <a:rPr lang="en-IN"/>
            <a:t>IP tracking with proxy support</a:t>
          </a:r>
          <a:endParaRPr lang="en-US"/>
        </a:p>
      </dgm:t>
    </dgm:pt>
    <dgm:pt modelId="{E4D4EFF3-1E4E-4CCE-A7A3-0D6609DA10DE}" type="parTrans" cxnId="{97DD6BFF-FEDA-46B2-88F3-880E41A59D4F}">
      <dgm:prSet/>
      <dgm:spPr/>
      <dgm:t>
        <a:bodyPr/>
        <a:lstStyle/>
        <a:p>
          <a:endParaRPr lang="en-US"/>
        </a:p>
      </dgm:t>
    </dgm:pt>
    <dgm:pt modelId="{F4B61B71-43AD-454D-8B08-38D25FF72497}" type="sibTrans" cxnId="{97DD6BFF-FEDA-46B2-88F3-880E41A59D4F}">
      <dgm:prSet/>
      <dgm:spPr/>
      <dgm:t>
        <a:bodyPr/>
        <a:lstStyle/>
        <a:p>
          <a:endParaRPr lang="en-US"/>
        </a:p>
      </dgm:t>
    </dgm:pt>
    <dgm:pt modelId="{78B95B69-464C-49B4-89DD-3B219CE8B4EA}">
      <dgm:prSet/>
      <dgm:spPr/>
      <dgm:t>
        <a:bodyPr/>
        <a:lstStyle/>
        <a:p>
          <a:r>
            <a:rPr lang="en-IN" b="1"/>
            <a:t>Scalability Considerations</a:t>
          </a:r>
          <a:endParaRPr lang="en-US"/>
        </a:p>
      </dgm:t>
    </dgm:pt>
    <dgm:pt modelId="{3102111B-CAA8-4B80-B436-8A29831B305D}" type="parTrans" cxnId="{5F9085B0-4987-4C34-830A-FB6D98C26AD0}">
      <dgm:prSet/>
      <dgm:spPr/>
      <dgm:t>
        <a:bodyPr/>
        <a:lstStyle/>
        <a:p>
          <a:endParaRPr lang="en-US"/>
        </a:p>
      </dgm:t>
    </dgm:pt>
    <dgm:pt modelId="{006AB22A-0381-4958-9A06-6DB98EA14915}" type="sibTrans" cxnId="{5F9085B0-4987-4C34-830A-FB6D98C26AD0}">
      <dgm:prSet/>
      <dgm:spPr/>
      <dgm:t>
        <a:bodyPr/>
        <a:lstStyle/>
        <a:p>
          <a:endParaRPr lang="en-US"/>
        </a:p>
      </dgm:t>
    </dgm:pt>
    <dgm:pt modelId="{C41ED781-8133-4FAB-905F-560AC65616F8}">
      <dgm:prSet/>
      <dgm:spPr/>
      <dgm:t>
        <a:bodyPr/>
        <a:lstStyle/>
        <a:p>
          <a:r>
            <a:rPr lang="en-IN"/>
            <a:t>Service-layer API abstraction</a:t>
          </a:r>
          <a:endParaRPr lang="en-US"/>
        </a:p>
      </dgm:t>
    </dgm:pt>
    <dgm:pt modelId="{1A1E62FA-01AB-4878-B42B-40A1D4644348}" type="parTrans" cxnId="{862BE5A5-58C7-4D13-8E06-5A3B9249BB0F}">
      <dgm:prSet/>
      <dgm:spPr/>
      <dgm:t>
        <a:bodyPr/>
        <a:lstStyle/>
        <a:p>
          <a:endParaRPr lang="en-US"/>
        </a:p>
      </dgm:t>
    </dgm:pt>
    <dgm:pt modelId="{DCC614B7-4ADC-4F12-9216-50377B873AEB}" type="sibTrans" cxnId="{862BE5A5-58C7-4D13-8E06-5A3B9249BB0F}">
      <dgm:prSet/>
      <dgm:spPr/>
      <dgm:t>
        <a:bodyPr/>
        <a:lstStyle/>
        <a:p>
          <a:endParaRPr lang="en-US"/>
        </a:p>
      </dgm:t>
    </dgm:pt>
    <dgm:pt modelId="{038BAA2B-D2FD-4186-AA44-DFE2BC0D8B11}">
      <dgm:prSet/>
      <dgm:spPr/>
      <dgm:t>
        <a:bodyPr/>
        <a:lstStyle/>
        <a:p>
          <a:r>
            <a:rPr lang="en-IN"/>
            <a:t>Exponential backoff retry mechanism</a:t>
          </a:r>
          <a:endParaRPr lang="en-US"/>
        </a:p>
      </dgm:t>
    </dgm:pt>
    <dgm:pt modelId="{8BC297C4-4A6E-4571-8B2D-BB49D7E43D87}" type="parTrans" cxnId="{12F7C87F-8DE9-4353-83EE-250CF80FE8B0}">
      <dgm:prSet/>
      <dgm:spPr/>
      <dgm:t>
        <a:bodyPr/>
        <a:lstStyle/>
        <a:p>
          <a:endParaRPr lang="en-US"/>
        </a:p>
      </dgm:t>
    </dgm:pt>
    <dgm:pt modelId="{AEC6BF1E-58A9-41EB-80D1-4E7D8F2168F6}" type="sibTrans" cxnId="{12F7C87F-8DE9-4353-83EE-250CF80FE8B0}">
      <dgm:prSet/>
      <dgm:spPr/>
      <dgm:t>
        <a:bodyPr/>
        <a:lstStyle/>
        <a:p>
          <a:endParaRPr lang="en-US"/>
        </a:p>
      </dgm:t>
    </dgm:pt>
    <dgm:pt modelId="{48207D6F-174D-49AB-8EB0-290805B510EE}">
      <dgm:prSet/>
      <dgm:spPr/>
      <dgm:t>
        <a:bodyPr/>
        <a:lstStyle/>
        <a:p>
          <a:r>
            <a:rPr lang="en-IN"/>
            <a:t>Cached YouTube trailer keys</a:t>
          </a:r>
          <a:endParaRPr lang="en-US"/>
        </a:p>
      </dgm:t>
    </dgm:pt>
    <dgm:pt modelId="{5FB4BC16-D6ED-49AA-9D36-C472DCDB8BE7}" type="parTrans" cxnId="{26051342-5590-421A-8DE5-42769FA08873}">
      <dgm:prSet/>
      <dgm:spPr/>
      <dgm:t>
        <a:bodyPr/>
        <a:lstStyle/>
        <a:p>
          <a:endParaRPr lang="en-US"/>
        </a:p>
      </dgm:t>
    </dgm:pt>
    <dgm:pt modelId="{03E9B1D0-99A3-485D-94D9-716931EBD571}" type="sibTrans" cxnId="{26051342-5590-421A-8DE5-42769FA08873}">
      <dgm:prSet/>
      <dgm:spPr/>
      <dgm:t>
        <a:bodyPr/>
        <a:lstStyle/>
        <a:p>
          <a:endParaRPr lang="en-US"/>
        </a:p>
      </dgm:t>
    </dgm:pt>
    <dgm:pt modelId="{F5CFF7E5-D530-4819-BFDF-998F40EC92CF}">
      <dgm:prSet/>
      <dgm:spPr/>
      <dgm:t>
        <a:bodyPr/>
        <a:lstStyle/>
        <a:p>
          <a:r>
            <a:rPr lang="en-IN"/>
            <a:t>Modular Django apps</a:t>
          </a:r>
          <a:endParaRPr lang="en-US"/>
        </a:p>
      </dgm:t>
    </dgm:pt>
    <dgm:pt modelId="{EDDF3AEC-6E4F-4AAF-8A34-25038076EB25}" type="parTrans" cxnId="{32F4562C-0725-45CE-A308-14523CF2AC46}">
      <dgm:prSet/>
      <dgm:spPr/>
      <dgm:t>
        <a:bodyPr/>
        <a:lstStyle/>
        <a:p>
          <a:endParaRPr lang="en-US"/>
        </a:p>
      </dgm:t>
    </dgm:pt>
    <dgm:pt modelId="{2FDF12A7-50E6-4B28-90EE-179005E713FF}" type="sibTrans" cxnId="{32F4562C-0725-45CE-A308-14523CF2AC46}">
      <dgm:prSet/>
      <dgm:spPr/>
      <dgm:t>
        <a:bodyPr/>
        <a:lstStyle/>
        <a:p>
          <a:endParaRPr lang="en-US"/>
        </a:p>
      </dgm:t>
    </dgm:pt>
    <dgm:pt modelId="{0930ACFB-9BDE-4064-9987-6EB838C50090}">
      <dgm:prSet/>
      <dgm:spPr/>
      <dgm:t>
        <a:bodyPr/>
        <a:lstStyle/>
        <a:p>
          <a:r>
            <a:rPr lang="en-IN"/>
            <a:t>Pagination for large data sets</a:t>
          </a:r>
          <a:endParaRPr lang="en-US"/>
        </a:p>
      </dgm:t>
    </dgm:pt>
    <dgm:pt modelId="{C6D3D519-66B9-4FCE-B388-3F401A24F6EF}" type="parTrans" cxnId="{95140955-B5B8-4889-B552-50253B579315}">
      <dgm:prSet/>
      <dgm:spPr/>
      <dgm:t>
        <a:bodyPr/>
        <a:lstStyle/>
        <a:p>
          <a:endParaRPr lang="en-US"/>
        </a:p>
      </dgm:t>
    </dgm:pt>
    <dgm:pt modelId="{9C4BEF0D-9859-43AA-90C3-E06B56EB9B58}" type="sibTrans" cxnId="{95140955-B5B8-4889-B552-50253B579315}">
      <dgm:prSet/>
      <dgm:spPr/>
      <dgm:t>
        <a:bodyPr/>
        <a:lstStyle/>
        <a:p>
          <a:endParaRPr lang="en-US"/>
        </a:p>
      </dgm:t>
    </dgm:pt>
    <dgm:pt modelId="{626F46FE-7EB6-40E2-8CAC-8975F201DB88}">
      <dgm:prSet/>
      <dgm:spPr/>
      <dgm:t>
        <a:bodyPr/>
        <a:lstStyle/>
        <a:p>
          <a:r>
            <a:rPr lang="en-IN"/>
            <a:t>Hidden movie filtering system</a:t>
          </a:r>
          <a:endParaRPr lang="en-US"/>
        </a:p>
      </dgm:t>
    </dgm:pt>
    <dgm:pt modelId="{E2151543-CE1A-4DFA-8FE0-064EC686C860}" type="parTrans" cxnId="{113D9FAD-0546-469D-80CA-3D4110A7D8CF}">
      <dgm:prSet/>
      <dgm:spPr/>
      <dgm:t>
        <a:bodyPr/>
        <a:lstStyle/>
        <a:p>
          <a:endParaRPr lang="en-US"/>
        </a:p>
      </dgm:t>
    </dgm:pt>
    <dgm:pt modelId="{02FC97B3-ED35-4755-A478-FF90026FBB2D}" type="sibTrans" cxnId="{113D9FAD-0546-469D-80CA-3D4110A7D8CF}">
      <dgm:prSet/>
      <dgm:spPr/>
      <dgm:t>
        <a:bodyPr/>
        <a:lstStyle/>
        <a:p>
          <a:endParaRPr lang="en-US"/>
        </a:p>
      </dgm:t>
    </dgm:pt>
    <dgm:pt modelId="{1CD65B11-4664-8F44-BD38-6AE927C9B581}" type="pres">
      <dgm:prSet presAssocID="{A47714A9-2CDD-46CE-A9D7-C179BB795759}" presName="diagram" presStyleCnt="0">
        <dgm:presLayoutVars>
          <dgm:dir/>
          <dgm:resizeHandles val="exact"/>
        </dgm:presLayoutVars>
      </dgm:prSet>
      <dgm:spPr/>
    </dgm:pt>
    <dgm:pt modelId="{C4A5B488-0EEE-AA49-B483-A3BE64D6F8BC}" type="pres">
      <dgm:prSet presAssocID="{75D0F102-08F1-4938-84A5-A2CA0B573D19}" presName="node" presStyleLbl="node1" presStyleIdx="0" presStyleCnt="15">
        <dgm:presLayoutVars>
          <dgm:bulletEnabled val="1"/>
        </dgm:presLayoutVars>
      </dgm:prSet>
      <dgm:spPr/>
    </dgm:pt>
    <dgm:pt modelId="{45DA3D78-EDA8-8449-AF4A-FE6BB0805869}" type="pres">
      <dgm:prSet presAssocID="{360E06F5-A14E-4627-B9DD-109267A653F3}" presName="sibTrans" presStyleCnt="0"/>
      <dgm:spPr/>
    </dgm:pt>
    <dgm:pt modelId="{18B399FD-3F9A-BD42-8981-530D08394939}" type="pres">
      <dgm:prSet presAssocID="{7E5EC5C1-A9E5-46CC-8F1D-F339BD8914B1}" presName="node" presStyleLbl="node1" presStyleIdx="1" presStyleCnt="15">
        <dgm:presLayoutVars>
          <dgm:bulletEnabled val="1"/>
        </dgm:presLayoutVars>
      </dgm:prSet>
      <dgm:spPr/>
    </dgm:pt>
    <dgm:pt modelId="{90B7E2A8-4440-6940-982F-3EAAB8BF2C84}" type="pres">
      <dgm:prSet presAssocID="{90AA5A30-08F9-4707-AF81-28013742D35E}" presName="sibTrans" presStyleCnt="0"/>
      <dgm:spPr/>
    </dgm:pt>
    <dgm:pt modelId="{9C09D136-7F59-8942-894D-F2DF197457E8}" type="pres">
      <dgm:prSet presAssocID="{CD7B6E1F-67DD-4D26-AA8D-1D6D5DD04AE2}" presName="node" presStyleLbl="node1" presStyleIdx="2" presStyleCnt="15">
        <dgm:presLayoutVars>
          <dgm:bulletEnabled val="1"/>
        </dgm:presLayoutVars>
      </dgm:prSet>
      <dgm:spPr/>
    </dgm:pt>
    <dgm:pt modelId="{007651CF-7C82-9F44-AD22-86FB184EA0DF}" type="pres">
      <dgm:prSet presAssocID="{0A68A92C-A3FA-4938-B9EB-F32552DDDF46}" presName="sibTrans" presStyleCnt="0"/>
      <dgm:spPr/>
    </dgm:pt>
    <dgm:pt modelId="{7F659270-CF1A-FF41-A28D-DCCC64EE1FC8}" type="pres">
      <dgm:prSet presAssocID="{075C6117-841F-4635-A360-FB3169CD2D1C}" presName="node" presStyleLbl="node1" presStyleIdx="3" presStyleCnt="15">
        <dgm:presLayoutVars>
          <dgm:bulletEnabled val="1"/>
        </dgm:presLayoutVars>
      </dgm:prSet>
      <dgm:spPr/>
    </dgm:pt>
    <dgm:pt modelId="{B99C6F36-EF53-CD43-90F2-707B97E6B172}" type="pres">
      <dgm:prSet presAssocID="{A2555503-5B80-4823-87AE-536A26781E9B}" presName="sibTrans" presStyleCnt="0"/>
      <dgm:spPr/>
    </dgm:pt>
    <dgm:pt modelId="{032DF57B-2D30-C640-9102-B9A24CCAC94C}" type="pres">
      <dgm:prSet presAssocID="{722F3969-9A1A-4DD0-AF8C-EC6D29A3D525}" presName="node" presStyleLbl="node1" presStyleIdx="4" presStyleCnt="15">
        <dgm:presLayoutVars>
          <dgm:bulletEnabled val="1"/>
        </dgm:presLayoutVars>
      </dgm:prSet>
      <dgm:spPr/>
    </dgm:pt>
    <dgm:pt modelId="{A8AB13DA-3CCD-D348-B873-FF2734B35423}" type="pres">
      <dgm:prSet presAssocID="{96BBFC38-FFFF-45C2-91FF-C02D1B53F12A}" presName="sibTrans" presStyleCnt="0"/>
      <dgm:spPr/>
    </dgm:pt>
    <dgm:pt modelId="{25EC580E-1018-004A-AB00-9CD81F209139}" type="pres">
      <dgm:prSet presAssocID="{F0CA5E7A-2E25-4DCA-B533-981893910E72}" presName="node" presStyleLbl="node1" presStyleIdx="5" presStyleCnt="15">
        <dgm:presLayoutVars>
          <dgm:bulletEnabled val="1"/>
        </dgm:presLayoutVars>
      </dgm:prSet>
      <dgm:spPr/>
    </dgm:pt>
    <dgm:pt modelId="{7A811032-0E49-4E43-963E-C34D17248B44}" type="pres">
      <dgm:prSet presAssocID="{7C48BB1D-6D64-48C0-8AAE-DD12A98B5304}" presName="sibTrans" presStyleCnt="0"/>
      <dgm:spPr/>
    </dgm:pt>
    <dgm:pt modelId="{005C7052-EE17-054F-94D2-3D0E894E86C1}" type="pres">
      <dgm:prSet presAssocID="{8FB0496C-ACD1-4844-AC7A-8AE6D729B101}" presName="node" presStyleLbl="node1" presStyleIdx="6" presStyleCnt="15">
        <dgm:presLayoutVars>
          <dgm:bulletEnabled val="1"/>
        </dgm:presLayoutVars>
      </dgm:prSet>
      <dgm:spPr/>
    </dgm:pt>
    <dgm:pt modelId="{F13FC828-8BDA-E44B-AEE3-741A9EA69213}" type="pres">
      <dgm:prSet presAssocID="{819AAD72-5599-477A-9DB9-6E9E9465EF18}" presName="sibTrans" presStyleCnt="0"/>
      <dgm:spPr/>
    </dgm:pt>
    <dgm:pt modelId="{500474DA-2BC3-F64C-AD01-C9248956D2B0}" type="pres">
      <dgm:prSet presAssocID="{6DB148AB-9C70-4E5B-8076-1AE741283DCD}" presName="node" presStyleLbl="node1" presStyleIdx="7" presStyleCnt="15">
        <dgm:presLayoutVars>
          <dgm:bulletEnabled val="1"/>
        </dgm:presLayoutVars>
      </dgm:prSet>
      <dgm:spPr/>
    </dgm:pt>
    <dgm:pt modelId="{A1AFC64B-C7C3-2F48-89E3-A114B481025F}" type="pres">
      <dgm:prSet presAssocID="{F4B61B71-43AD-454D-8B08-38D25FF72497}" presName="sibTrans" presStyleCnt="0"/>
      <dgm:spPr/>
    </dgm:pt>
    <dgm:pt modelId="{875A2E5B-03E0-EF44-B935-48C53C300B89}" type="pres">
      <dgm:prSet presAssocID="{78B95B69-464C-49B4-89DD-3B219CE8B4EA}" presName="node" presStyleLbl="node1" presStyleIdx="8" presStyleCnt="15">
        <dgm:presLayoutVars>
          <dgm:bulletEnabled val="1"/>
        </dgm:presLayoutVars>
      </dgm:prSet>
      <dgm:spPr/>
    </dgm:pt>
    <dgm:pt modelId="{225D475F-BC2D-F944-9938-F7D2E633BB49}" type="pres">
      <dgm:prSet presAssocID="{006AB22A-0381-4958-9A06-6DB98EA14915}" presName="sibTrans" presStyleCnt="0"/>
      <dgm:spPr/>
    </dgm:pt>
    <dgm:pt modelId="{87C70A2E-35D1-D746-826A-92655B50DB3E}" type="pres">
      <dgm:prSet presAssocID="{C41ED781-8133-4FAB-905F-560AC65616F8}" presName="node" presStyleLbl="node1" presStyleIdx="9" presStyleCnt="15">
        <dgm:presLayoutVars>
          <dgm:bulletEnabled val="1"/>
        </dgm:presLayoutVars>
      </dgm:prSet>
      <dgm:spPr/>
    </dgm:pt>
    <dgm:pt modelId="{EAB24056-ABA7-6840-845A-04335939F231}" type="pres">
      <dgm:prSet presAssocID="{DCC614B7-4ADC-4F12-9216-50377B873AEB}" presName="sibTrans" presStyleCnt="0"/>
      <dgm:spPr/>
    </dgm:pt>
    <dgm:pt modelId="{4886E099-F33D-A749-8503-A17810C5F173}" type="pres">
      <dgm:prSet presAssocID="{038BAA2B-D2FD-4186-AA44-DFE2BC0D8B11}" presName="node" presStyleLbl="node1" presStyleIdx="10" presStyleCnt="15">
        <dgm:presLayoutVars>
          <dgm:bulletEnabled val="1"/>
        </dgm:presLayoutVars>
      </dgm:prSet>
      <dgm:spPr/>
    </dgm:pt>
    <dgm:pt modelId="{31BCC4E8-B839-7246-9A09-0AB15B58A698}" type="pres">
      <dgm:prSet presAssocID="{AEC6BF1E-58A9-41EB-80D1-4E7D8F2168F6}" presName="sibTrans" presStyleCnt="0"/>
      <dgm:spPr/>
    </dgm:pt>
    <dgm:pt modelId="{3587C90B-EF07-5B43-A80E-389D7198CE8E}" type="pres">
      <dgm:prSet presAssocID="{48207D6F-174D-49AB-8EB0-290805B510EE}" presName="node" presStyleLbl="node1" presStyleIdx="11" presStyleCnt="15">
        <dgm:presLayoutVars>
          <dgm:bulletEnabled val="1"/>
        </dgm:presLayoutVars>
      </dgm:prSet>
      <dgm:spPr/>
    </dgm:pt>
    <dgm:pt modelId="{9FC3214A-0BAC-6641-A644-DF7992332FC1}" type="pres">
      <dgm:prSet presAssocID="{03E9B1D0-99A3-485D-94D9-716931EBD571}" presName="sibTrans" presStyleCnt="0"/>
      <dgm:spPr/>
    </dgm:pt>
    <dgm:pt modelId="{0F70042A-7388-3E49-8273-7C306EC4777E}" type="pres">
      <dgm:prSet presAssocID="{F5CFF7E5-D530-4819-BFDF-998F40EC92CF}" presName="node" presStyleLbl="node1" presStyleIdx="12" presStyleCnt="15">
        <dgm:presLayoutVars>
          <dgm:bulletEnabled val="1"/>
        </dgm:presLayoutVars>
      </dgm:prSet>
      <dgm:spPr/>
    </dgm:pt>
    <dgm:pt modelId="{7023AC4A-97A2-6043-9A60-D0225733ECA6}" type="pres">
      <dgm:prSet presAssocID="{2FDF12A7-50E6-4B28-90EE-179005E713FF}" presName="sibTrans" presStyleCnt="0"/>
      <dgm:spPr/>
    </dgm:pt>
    <dgm:pt modelId="{542E4EEF-EE6E-594F-9060-C4898A28100C}" type="pres">
      <dgm:prSet presAssocID="{0930ACFB-9BDE-4064-9987-6EB838C50090}" presName="node" presStyleLbl="node1" presStyleIdx="13" presStyleCnt="15">
        <dgm:presLayoutVars>
          <dgm:bulletEnabled val="1"/>
        </dgm:presLayoutVars>
      </dgm:prSet>
      <dgm:spPr/>
    </dgm:pt>
    <dgm:pt modelId="{77637455-8E74-1C44-899D-D09CBE4AA038}" type="pres">
      <dgm:prSet presAssocID="{9C4BEF0D-9859-43AA-90C3-E06B56EB9B58}" presName="sibTrans" presStyleCnt="0"/>
      <dgm:spPr/>
    </dgm:pt>
    <dgm:pt modelId="{65E16240-EFFA-9E4A-B59A-8C971D5A9D8E}" type="pres">
      <dgm:prSet presAssocID="{626F46FE-7EB6-40E2-8CAC-8975F201DB88}" presName="node" presStyleLbl="node1" presStyleIdx="14" presStyleCnt="15">
        <dgm:presLayoutVars>
          <dgm:bulletEnabled val="1"/>
        </dgm:presLayoutVars>
      </dgm:prSet>
      <dgm:spPr/>
    </dgm:pt>
  </dgm:ptLst>
  <dgm:cxnLst>
    <dgm:cxn modelId="{1F0E6615-54FE-4ECD-97F7-E5FA5C4CC52E}" srcId="{A47714A9-2CDD-46CE-A9D7-C179BB795759}" destId="{8FB0496C-ACD1-4844-AC7A-8AE6D729B101}" srcOrd="6" destOrd="0" parTransId="{F8170259-4C73-472B-9A79-335EC722BC89}" sibTransId="{819AAD72-5599-477A-9DB9-6E9E9465EF18}"/>
    <dgm:cxn modelId="{02825A2B-3641-4C10-9EED-496D2613F23C}" srcId="{A47714A9-2CDD-46CE-A9D7-C179BB795759}" destId="{75D0F102-08F1-4938-84A5-A2CA0B573D19}" srcOrd="0" destOrd="0" parTransId="{2638F56D-4CFC-47C5-AA52-E96EEFB3E2F6}" sibTransId="{360E06F5-A14E-4627-B9DD-109267A653F3}"/>
    <dgm:cxn modelId="{32F4562C-0725-45CE-A308-14523CF2AC46}" srcId="{A47714A9-2CDD-46CE-A9D7-C179BB795759}" destId="{F5CFF7E5-D530-4819-BFDF-998F40EC92CF}" srcOrd="12" destOrd="0" parTransId="{EDDF3AEC-6E4F-4AAF-8A34-25038076EB25}" sibTransId="{2FDF12A7-50E6-4B28-90EE-179005E713FF}"/>
    <dgm:cxn modelId="{E8D46933-E447-DD40-8FA8-B15651E603DD}" type="presOf" srcId="{7E5EC5C1-A9E5-46CC-8F1D-F339BD8914B1}" destId="{18B399FD-3F9A-BD42-8981-530D08394939}" srcOrd="0" destOrd="0" presId="urn:microsoft.com/office/officeart/2005/8/layout/default"/>
    <dgm:cxn modelId="{EA8AB437-2988-D84D-B66A-6127D61D4141}" type="presOf" srcId="{8FB0496C-ACD1-4844-AC7A-8AE6D729B101}" destId="{005C7052-EE17-054F-94D2-3D0E894E86C1}" srcOrd="0" destOrd="0" presId="urn:microsoft.com/office/officeart/2005/8/layout/default"/>
    <dgm:cxn modelId="{26051342-5590-421A-8DE5-42769FA08873}" srcId="{A47714A9-2CDD-46CE-A9D7-C179BB795759}" destId="{48207D6F-174D-49AB-8EB0-290805B510EE}" srcOrd="11" destOrd="0" parTransId="{5FB4BC16-D6ED-49AA-9D36-C472DCDB8BE7}" sibTransId="{03E9B1D0-99A3-485D-94D9-716931EBD571}"/>
    <dgm:cxn modelId="{E310A545-07C7-4011-8A63-69820982E947}" srcId="{A47714A9-2CDD-46CE-A9D7-C179BB795759}" destId="{075C6117-841F-4635-A360-FB3169CD2D1C}" srcOrd="3" destOrd="0" parTransId="{79371393-0D93-460F-BFE3-C8D9BB06800D}" sibTransId="{A2555503-5B80-4823-87AE-536A26781E9B}"/>
    <dgm:cxn modelId="{95140955-B5B8-4889-B552-50253B579315}" srcId="{A47714A9-2CDD-46CE-A9D7-C179BB795759}" destId="{0930ACFB-9BDE-4064-9987-6EB838C50090}" srcOrd="13" destOrd="0" parTransId="{C6D3D519-66B9-4FCE-B388-3F401A24F6EF}" sibTransId="{9C4BEF0D-9859-43AA-90C3-E06B56EB9B58}"/>
    <dgm:cxn modelId="{E52FEE5B-A02A-CC4D-AFDA-9ACB2E4F5511}" type="presOf" srcId="{038BAA2B-D2FD-4186-AA44-DFE2BC0D8B11}" destId="{4886E099-F33D-A749-8503-A17810C5F173}" srcOrd="0" destOrd="0" presId="urn:microsoft.com/office/officeart/2005/8/layout/default"/>
    <dgm:cxn modelId="{5BAE846D-38A7-438B-8372-38DDAE0ACAC5}" srcId="{A47714A9-2CDD-46CE-A9D7-C179BB795759}" destId="{F0CA5E7A-2E25-4DCA-B533-981893910E72}" srcOrd="5" destOrd="0" parTransId="{B5CA7C88-27D4-472D-8B03-FA05166D3ABE}" sibTransId="{7C48BB1D-6D64-48C0-8AAE-DD12A98B5304}"/>
    <dgm:cxn modelId="{12F7C87F-8DE9-4353-83EE-250CF80FE8B0}" srcId="{A47714A9-2CDD-46CE-A9D7-C179BB795759}" destId="{038BAA2B-D2FD-4186-AA44-DFE2BC0D8B11}" srcOrd="10" destOrd="0" parTransId="{8BC297C4-4A6E-4571-8B2D-BB49D7E43D87}" sibTransId="{AEC6BF1E-58A9-41EB-80D1-4E7D8F2168F6}"/>
    <dgm:cxn modelId="{31A98B88-A515-DA4C-89B4-F634BE6F6B4C}" type="presOf" srcId="{6DB148AB-9C70-4E5B-8076-1AE741283DCD}" destId="{500474DA-2BC3-F64C-AD01-C9248956D2B0}" srcOrd="0" destOrd="0" presId="urn:microsoft.com/office/officeart/2005/8/layout/default"/>
    <dgm:cxn modelId="{94BF038B-6A98-4BB2-8947-11A26B16C9E9}" srcId="{A47714A9-2CDD-46CE-A9D7-C179BB795759}" destId="{7E5EC5C1-A9E5-46CC-8F1D-F339BD8914B1}" srcOrd="1" destOrd="0" parTransId="{D746F55B-3F5E-4F82-97DF-28E89B1FA64C}" sibTransId="{90AA5A30-08F9-4707-AF81-28013742D35E}"/>
    <dgm:cxn modelId="{E9EC6491-AFA2-224E-AFD8-F0371F59A3D0}" type="presOf" srcId="{722F3969-9A1A-4DD0-AF8C-EC6D29A3D525}" destId="{032DF57B-2D30-C640-9102-B9A24CCAC94C}" srcOrd="0" destOrd="0" presId="urn:microsoft.com/office/officeart/2005/8/layout/default"/>
    <dgm:cxn modelId="{E1F93B94-A3ED-574C-8D5D-98824CCEE101}" type="presOf" srcId="{0930ACFB-9BDE-4064-9987-6EB838C50090}" destId="{542E4EEF-EE6E-594F-9060-C4898A28100C}" srcOrd="0" destOrd="0" presId="urn:microsoft.com/office/officeart/2005/8/layout/default"/>
    <dgm:cxn modelId="{089DD894-6088-4AEF-AEA3-7E4B2E7ED7AA}" srcId="{A47714A9-2CDD-46CE-A9D7-C179BB795759}" destId="{722F3969-9A1A-4DD0-AF8C-EC6D29A3D525}" srcOrd="4" destOrd="0" parTransId="{6FE9CA83-99EB-4F10-A89C-A3A0B458DA5F}" sibTransId="{96BBFC38-FFFF-45C2-91FF-C02D1B53F12A}"/>
    <dgm:cxn modelId="{862BE5A5-58C7-4D13-8E06-5A3B9249BB0F}" srcId="{A47714A9-2CDD-46CE-A9D7-C179BB795759}" destId="{C41ED781-8133-4FAB-905F-560AC65616F8}" srcOrd="9" destOrd="0" parTransId="{1A1E62FA-01AB-4878-B42B-40A1D4644348}" sibTransId="{DCC614B7-4ADC-4F12-9216-50377B873AEB}"/>
    <dgm:cxn modelId="{6D4284AD-2986-654B-A7A5-32DEC87CD7B1}" type="presOf" srcId="{F0CA5E7A-2E25-4DCA-B533-981893910E72}" destId="{25EC580E-1018-004A-AB00-9CD81F209139}" srcOrd="0" destOrd="0" presId="urn:microsoft.com/office/officeart/2005/8/layout/default"/>
    <dgm:cxn modelId="{113D9FAD-0546-469D-80CA-3D4110A7D8CF}" srcId="{A47714A9-2CDD-46CE-A9D7-C179BB795759}" destId="{626F46FE-7EB6-40E2-8CAC-8975F201DB88}" srcOrd="14" destOrd="0" parTransId="{E2151543-CE1A-4DFA-8FE0-064EC686C860}" sibTransId="{02FC97B3-ED35-4755-A478-FF90026FBB2D}"/>
    <dgm:cxn modelId="{5F9085B0-4987-4C34-830A-FB6D98C26AD0}" srcId="{A47714A9-2CDD-46CE-A9D7-C179BB795759}" destId="{78B95B69-464C-49B4-89DD-3B219CE8B4EA}" srcOrd="8" destOrd="0" parTransId="{3102111B-CAA8-4B80-B436-8A29831B305D}" sibTransId="{006AB22A-0381-4958-9A06-6DB98EA14915}"/>
    <dgm:cxn modelId="{C8DB43B9-4D4F-5D44-859B-A9F11E9F936B}" type="presOf" srcId="{626F46FE-7EB6-40E2-8CAC-8975F201DB88}" destId="{65E16240-EFFA-9E4A-B59A-8C971D5A9D8E}" srcOrd="0" destOrd="0" presId="urn:microsoft.com/office/officeart/2005/8/layout/default"/>
    <dgm:cxn modelId="{DF847FBC-A271-E247-BFBC-EE6A726C8E34}" type="presOf" srcId="{78B95B69-464C-49B4-89DD-3B219CE8B4EA}" destId="{875A2E5B-03E0-EF44-B935-48C53C300B89}" srcOrd="0" destOrd="0" presId="urn:microsoft.com/office/officeart/2005/8/layout/default"/>
    <dgm:cxn modelId="{FAEAFFBF-4A1E-DB4B-AA57-995DD78C7F41}" type="presOf" srcId="{F5CFF7E5-D530-4819-BFDF-998F40EC92CF}" destId="{0F70042A-7388-3E49-8273-7C306EC4777E}" srcOrd="0" destOrd="0" presId="urn:microsoft.com/office/officeart/2005/8/layout/default"/>
    <dgm:cxn modelId="{E65BDACD-DAC6-0345-A013-40AE63E45BD2}" type="presOf" srcId="{A47714A9-2CDD-46CE-A9D7-C179BB795759}" destId="{1CD65B11-4664-8F44-BD38-6AE927C9B581}" srcOrd="0" destOrd="0" presId="urn:microsoft.com/office/officeart/2005/8/layout/default"/>
    <dgm:cxn modelId="{57BFBED0-E024-D846-BE98-D7C07E80D008}" type="presOf" srcId="{48207D6F-174D-49AB-8EB0-290805B510EE}" destId="{3587C90B-EF07-5B43-A80E-389D7198CE8E}" srcOrd="0" destOrd="0" presId="urn:microsoft.com/office/officeart/2005/8/layout/default"/>
    <dgm:cxn modelId="{421649D2-99B8-BD45-8238-7B45254BEC93}" type="presOf" srcId="{CD7B6E1F-67DD-4D26-AA8D-1D6D5DD04AE2}" destId="{9C09D136-7F59-8942-894D-F2DF197457E8}" srcOrd="0" destOrd="0" presId="urn:microsoft.com/office/officeart/2005/8/layout/default"/>
    <dgm:cxn modelId="{663355D2-F743-4EE9-A903-BE5544F14869}" srcId="{A47714A9-2CDD-46CE-A9D7-C179BB795759}" destId="{CD7B6E1F-67DD-4D26-AA8D-1D6D5DD04AE2}" srcOrd="2" destOrd="0" parTransId="{2102458B-DC28-4AA7-BE32-E17816968BEF}" sibTransId="{0A68A92C-A3FA-4938-B9EB-F32552DDDF46}"/>
    <dgm:cxn modelId="{457AE0E4-D96E-6C4A-B2CE-C650DBF4AA4C}" type="presOf" srcId="{C41ED781-8133-4FAB-905F-560AC65616F8}" destId="{87C70A2E-35D1-D746-826A-92655B50DB3E}" srcOrd="0" destOrd="0" presId="urn:microsoft.com/office/officeart/2005/8/layout/default"/>
    <dgm:cxn modelId="{ED1302F0-9E31-E043-A12E-54A413A15A92}" type="presOf" srcId="{075C6117-841F-4635-A360-FB3169CD2D1C}" destId="{7F659270-CF1A-FF41-A28D-DCCC64EE1FC8}" srcOrd="0" destOrd="0" presId="urn:microsoft.com/office/officeart/2005/8/layout/default"/>
    <dgm:cxn modelId="{D4DBB2F5-D803-704C-A5B4-021332CFA61A}" type="presOf" srcId="{75D0F102-08F1-4938-84A5-A2CA0B573D19}" destId="{C4A5B488-0EEE-AA49-B483-A3BE64D6F8BC}" srcOrd="0" destOrd="0" presId="urn:microsoft.com/office/officeart/2005/8/layout/default"/>
    <dgm:cxn modelId="{97DD6BFF-FEDA-46B2-88F3-880E41A59D4F}" srcId="{A47714A9-2CDD-46CE-A9D7-C179BB795759}" destId="{6DB148AB-9C70-4E5B-8076-1AE741283DCD}" srcOrd="7" destOrd="0" parTransId="{E4D4EFF3-1E4E-4CCE-A7A3-0D6609DA10DE}" sibTransId="{F4B61B71-43AD-454D-8B08-38D25FF72497}"/>
    <dgm:cxn modelId="{24085D3F-5B6C-D44A-B18C-27C675C82FAB}" type="presParOf" srcId="{1CD65B11-4664-8F44-BD38-6AE927C9B581}" destId="{C4A5B488-0EEE-AA49-B483-A3BE64D6F8BC}" srcOrd="0" destOrd="0" presId="urn:microsoft.com/office/officeart/2005/8/layout/default"/>
    <dgm:cxn modelId="{3AECDC98-ED99-5D4E-A25E-C0627050D43C}" type="presParOf" srcId="{1CD65B11-4664-8F44-BD38-6AE927C9B581}" destId="{45DA3D78-EDA8-8449-AF4A-FE6BB0805869}" srcOrd="1" destOrd="0" presId="urn:microsoft.com/office/officeart/2005/8/layout/default"/>
    <dgm:cxn modelId="{3173F7EA-9413-0B4F-9111-3ECF1F678671}" type="presParOf" srcId="{1CD65B11-4664-8F44-BD38-6AE927C9B581}" destId="{18B399FD-3F9A-BD42-8981-530D08394939}" srcOrd="2" destOrd="0" presId="urn:microsoft.com/office/officeart/2005/8/layout/default"/>
    <dgm:cxn modelId="{E2BAE1DA-92C2-244F-847E-DB045A01D522}" type="presParOf" srcId="{1CD65B11-4664-8F44-BD38-6AE927C9B581}" destId="{90B7E2A8-4440-6940-982F-3EAAB8BF2C84}" srcOrd="3" destOrd="0" presId="urn:microsoft.com/office/officeart/2005/8/layout/default"/>
    <dgm:cxn modelId="{C91943BE-F664-7946-A911-0B95925292B8}" type="presParOf" srcId="{1CD65B11-4664-8F44-BD38-6AE927C9B581}" destId="{9C09D136-7F59-8942-894D-F2DF197457E8}" srcOrd="4" destOrd="0" presId="urn:microsoft.com/office/officeart/2005/8/layout/default"/>
    <dgm:cxn modelId="{F2323B86-D331-FD47-A968-1681261E8EB0}" type="presParOf" srcId="{1CD65B11-4664-8F44-BD38-6AE927C9B581}" destId="{007651CF-7C82-9F44-AD22-86FB184EA0DF}" srcOrd="5" destOrd="0" presId="urn:microsoft.com/office/officeart/2005/8/layout/default"/>
    <dgm:cxn modelId="{00110982-9541-F347-B4CA-9984FED0290F}" type="presParOf" srcId="{1CD65B11-4664-8F44-BD38-6AE927C9B581}" destId="{7F659270-CF1A-FF41-A28D-DCCC64EE1FC8}" srcOrd="6" destOrd="0" presId="urn:microsoft.com/office/officeart/2005/8/layout/default"/>
    <dgm:cxn modelId="{35ADBC87-86C9-0A4D-BD74-99269FE7E807}" type="presParOf" srcId="{1CD65B11-4664-8F44-BD38-6AE927C9B581}" destId="{B99C6F36-EF53-CD43-90F2-707B97E6B172}" srcOrd="7" destOrd="0" presId="urn:microsoft.com/office/officeart/2005/8/layout/default"/>
    <dgm:cxn modelId="{A5CAA9BA-3F28-8840-BDE2-155D4F25FC6A}" type="presParOf" srcId="{1CD65B11-4664-8F44-BD38-6AE927C9B581}" destId="{032DF57B-2D30-C640-9102-B9A24CCAC94C}" srcOrd="8" destOrd="0" presId="urn:microsoft.com/office/officeart/2005/8/layout/default"/>
    <dgm:cxn modelId="{6AD5C4F1-416D-E240-BA08-14977F3F77FC}" type="presParOf" srcId="{1CD65B11-4664-8F44-BD38-6AE927C9B581}" destId="{A8AB13DA-3CCD-D348-B873-FF2734B35423}" srcOrd="9" destOrd="0" presId="urn:microsoft.com/office/officeart/2005/8/layout/default"/>
    <dgm:cxn modelId="{DCBAE841-F7A5-4745-AE42-03A15EF8349C}" type="presParOf" srcId="{1CD65B11-4664-8F44-BD38-6AE927C9B581}" destId="{25EC580E-1018-004A-AB00-9CD81F209139}" srcOrd="10" destOrd="0" presId="urn:microsoft.com/office/officeart/2005/8/layout/default"/>
    <dgm:cxn modelId="{9175AD25-030B-5342-8785-1F5A81A0C697}" type="presParOf" srcId="{1CD65B11-4664-8F44-BD38-6AE927C9B581}" destId="{7A811032-0E49-4E43-963E-C34D17248B44}" srcOrd="11" destOrd="0" presId="urn:microsoft.com/office/officeart/2005/8/layout/default"/>
    <dgm:cxn modelId="{B3C964A4-6721-7945-9191-213576EDD7E8}" type="presParOf" srcId="{1CD65B11-4664-8F44-BD38-6AE927C9B581}" destId="{005C7052-EE17-054F-94D2-3D0E894E86C1}" srcOrd="12" destOrd="0" presId="urn:microsoft.com/office/officeart/2005/8/layout/default"/>
    <dgm:cxn modelId="{E303E45B-A6B0-2A48-8F55-DFB356E7E8AE}" type="presParOf" srcId="{1CD65B11-4664-8F44-BD38-6AE927C9B581}" destId="{F13FC828-8BDA-E44B-AEE3-741A9EA69213}" srcOrd="13" destOrd="0" presId="urn:microsoft.com/office/officeart/2005/8/layout/default"/>
    <dgm:cxn modelId="{C067E102-CF30-C742-AE66-BD4D5C69237B}" type="presParOf" srcId="{1CD65B11-4664-8F44-BD38-6AE927C9B581}" destId="{500474DA-2BC3-F64C-AD01-C9248956D2B0}" srcOrd="14" destOrd="0" presId="urn:microsoft.com/office/officeart/2005/8/layout/default"/>
    <dgm:cxn modelId="{9CD4323D-4692-884F-B63C-F236286A106E}" type="presParOf" srcId="{1CD65B11-4664-8F44-BD38-6AE927C9B581}" destId="{A1AFC64B-C7C3-2F48-89E3-A114B481025F}" srcOrd="15" destOrd="0" presId="urn:microsoft.com/office/officeart/2005/8/layout/default"/>
    <dgm:cxn modelId="{8120694C-CE40-734B-892F-F7C9FE00D4BF}" type="presParOf" srcId="{1CD65B11-4664-8F44-BD38-6AE927C9B581}" destId="{875A2E5B-03E0-EF44-B935-48C53C300B89}" srcOrd="16" destOrd="0" presId="urn:microsoft.com/office/officeart/2005/8/layout/default"/>
    <dgm:cxn modelId="{A50A954F-AA5C-DE4A-B789-B4EF05F18486}" type="presParOf" srcId="{1CD65B11-4664-8F44-BD38-6AE927C9B581}" destId="{225D475F-BC2D-F944-9938-F7D2E633BB49}" srcOrd="17" destOrd="0" presId="urn:microsoft.com/office/officeart/2005/8/layout/default"/>
    <dgm:cxn modelId="{2B087DC3-2B77-9343-AA0B-D998631A6530}" type="presParOf" srcId="{1CD65B11-4664-8F44-BD38-6AE927C9B581}" destId="{87C70A2E-35D1-D746-826A-92655B50DB3E}" srcOrd="18" destOrd="0" presId="urn:microsoft.com/office/officeart/2005/8/layout/default"/>
    <dgm:cxn modelId="{D52178B5-05B2-7C40-99B2-18CABAC5D86C}" type="presParOf" srcId="{1CD65B11-4664-8F44-BD38-6AE927C9B581}" destId="{EAB24056-ABA7-6840-845A-04335939F231}" srcOrd="19" destOrd="0" presId="urn:microsoft.com/office/officeart/2005/8/layout/default"/>
    <dgm:cxn modelId="{5E1ECEA9-12F4-EA4D-82E6-A57680A11E47}" type="presParOf" srcId="{1CD65B11-4664-8F44-BD38-6AE927C9B581}" destId="{4886E099-F33D-A749-8503-A17810C5F173}" srcOrd="20" destOrd="0" presId="urn:microsoft.com/office/officeart/2005/8/layout/default"/>
    <dgm:cxn modelId="{10D6CA15-53E9-7B43-9339-0BAEC973E9DC}" type="presParOf" srcId="{1CD65B11-4664-8F44-BD38-6AE927C9B581}" destId="{31BCC4E8-B839-7246-9A09-0AB15B58A698}" srcOrd="21" destOrd="0" presId="urn:microsoft.com/office/officeart/2005/8/layout/default"/>
    <dgm:cxn modelId="{6177B1B9-F6EC-3B40-B6E3-6A8A9EA56E1A}" type="presParOf" srcId="{1CD65B11-4664-8F44-BD38-6AE927C9B581}" destId="{3587C90B-EF07-5B43-A80E-389D7198CE8E}" srcOrd="22" destOrd="0" presId="urn:microsoft.com/office/officeart/2005/8/layout/default"/>
    <dgm:cxn modelId="{3362EACF-386F-D241-9CCC-1C10CAB279B8}" type="presParOf" srcId="{1CD65B11-4664-8F44-BD38-6AE927C9B581}" destId="{9FC3214A-0BAC-6641-A644-DF7992332FC1}" srcOrd="23" destOrd="0" presId="urn:microsoft.com/office/officeart/2005/8/layout/default"/>
    <dgm:cxn modelId="{6CCB5A33-9C5E-7849-95B1-806688CCFCD1}" type="presParOf" srcId="{1CD65B11-4664-8F44-BD38-6AE927C9B581}" destId="{0F70042A-7388-3E49-8273-7C306EC4777E}" srcOrd="24" destOrd="0" presId="urn:microsoft.com/office/officeart/2005/8/layout/default"/>
    <dgm:cxn modelId="{11563A41-6FEC-BD45-8520-C1C46893435B}" type="presParOf" srcId="{1CD65B11-4664-8F44-BD38-6AE927C9B581}" destId="{7023AC4A-97A2-6043-9A60-D0225733ECA6}" srcOrd="25" destOrd="0" presId="urn:microsoft.com/office/officeart/2005/8/layout/default"/>
    <dgm:cxn modelId="{BBF2493F-4E61-EF42-AA24-FF71F7C280D3}" type="presParOf" srcId="{1CD65B11-4664-8F44-BD38-6AE927C9B581}" destId="{542E4EEF-EE6E-594F-9060-C4898A28100C}" srcOrd="26" destOrd="0" presId="urn:microsoft.com/office/officeart/2005/8/layout/default"/>
    <dgm:cxn modelId="{4F9A2D7B-A8AA-3245-8A80-B07FB0D2936A}" type="presParOf" srcId="{1CD65B11-4664-8F44-BD38-6AE927C9B581}" destId="{77637455-8E74-1C44-899D-D09CBE4AA038}" srcOrd="27" destOrd="0" presId="urn:microsoft.com/office/officeart/2005/8/layout/default"/>
    <dgm:cxn modelId="{AAA39825-36B0-E94C-AEF0-2BE748B1CD44}" type="presParOf" srcId="{1CD65B11-4664-8F44-BD38-6AE927C9B581}" destId="{65E16240-EFFA-9E4A-B59A-8C971D5A9D8E}" srcOrd="2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483DC927-F4DE-4342-BD5E-A06DC3797025}" type="doc">
      <dgm:prSet loTypeId="urn:microsoft.com/office/officeart/2005/8/layout/default" loCatId="list" qsTypeId="urn:microsoft.com/office/officeart/2005/8/quickstyle/simple5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68D989F6-CCDC-494B-ACCD-B108BA639705}">
      <dgm:prSet/>
      <dgm:spPr/>
      <dgm:t>
        <a:bodyPr/>
        <a:lstStyle/>
        <a:p>
          <a:r>
            <a:rPr lang="en-IN" b="1"/>
            <a:t>Phase 4: Authentication &amp; Roles</a:t>
          </a:r>
          <a:endParaRPr lang="en-US"/>
        </a:p>
      </dgm:t>
    </dgm:pt>
    <dgm:pt modelId="{DCFA7789-A614-4BB2-9428-84430CED8CCA}" type="parTrans" cxnId="{31ABE343-74F6-42A5-83BD-7D7EAF0C9923}">
      <dgm:prSet/>
      <dgm:spPr/>
      <dgm:t>
        <a:bodyPr/>
        <a:lstStyle/>
        <a:p>
          <a:endParaRPr lang="en-US"/>
        </a:p>
      </dgm:t>
    </dgm:pt>
    <dgm:pt modelId="{01FE2F7C-4791-4873-BDC2-A4175A503FA8}" type="sibTrans" cxnId="{31ABE343-74F6-42A5-83BD-7D7EAF0C9923}">
      <dgm:prSet/>
      <dgm:spPr/>
      <dgm:t>
        <a:bodyPr/>
        <a:lstStyle/>
        <a:p>
          <a:endParaRPr lang="en-US"/>
        </a:p>
      </dgm:t>
    </dgm:pt>
    <dgm:pt modelId="{9A183BF2-E09C-492A-AC30-9AFFA406A93D}">
      <dgm:prSet/>
      <dgm:spPr/>
      <dgm:t>
        <a:bodyPr/>
        <a:lstStyle/>
        <a:p>
          <a:r>
            <a:rPr lang="en-IN"/>
            <a:t>User registration &amp; login</a:t>
          </a:r>
          <a:endParaRPr lang="en-US"/>
        </a:p>
      </dgm:t>
    </dgm:pt>
    <dgm:pt modelId="{D9C5A1E3-EAF6-43D1-A1E4-77C818DAE8DD}" type="parTrans" cxnId="{92247A0F-8586-4E32-8FBA-10AD1E3547F3}">
      <dgm:prSet/>
      <dgm:spPr/>
      <dgm:t>
        <a:bodyPr/>
        <a:lstStyle/>
        <a:p>
          <a:endParaRPr lang="en-US"/>
        </a:p>
      </dgm:t>
    </dgm:pt>
    <dgm:pt modelId="{608683D1-FE59-48E3-8D57-CE2B75E91104}" type="sibTrans" cxnId="{92247A0F-8586-4E32-8FBA-10AD1E3547F3}">
      <dgm:prSet/>
      <dgm:spPr/>
      <dgm:t>
        <a:bodyPr/>
        <a:lstStyle/>
        <a:p>
          <a:endParaRPr lang="en-US"/>
        </a:p>
      </dgm:t>
    </dgm:pt>
    <dgm:pt modelId="{970806AB-44D6-46D4-8813-6844560A3850}">
      <dgm:prSet/>
      <dgm:spPr/>
      <dgm:t>
        <a:bodyPr/>
        <a:lstStyle/>
        <a:p>
          <a:r>
            <a:rPr lang="en-IN"/>
            <a:t>Supervisor login</a:t>
          </a:r>
          <a:endParaRPr lang="en-US"/>
        </a:p>
      </dgm:t>
    </dgm:pt>
    <dgm:pt modelId="{5A8E5954-D8D4-4256-B395-CE66800E2C53}" type="parTrans" cxnId="{0B03502F-4AA9-4E7D-9A4B-5B92424183FC}">
      <dgm:prSet/>
      <dgm:spPr/>
      <dgm:t>
        <a:bodyPr/>
        <a:lstStyle/>
        <a:p>
          <a:endParaRPr lang="en-US"/>
        </a:p>
      </dgm:t>
    </dgm:pt>
    <dgm:pt modelId="{CB7C49A1-A0D8-4864-A4FF-DD2462C6419F}" type="sibTrans" cxnId="{0B03502F-4AA9-4E7D-9A4B-5B92424183FC}">
      <dgm:prSet/>
      <dgm:spPr/>
      <dgm:t>
        <a:bodyPr/>
        <a:lstStyle/>
        <a:p>
          <a:endParaRPr lang="en-US"/>
        </a:p>
      </dgm:t>
    </dgm:pt>
    <dgm:pt modelId="{C04718F1-B0AE-4367-908E-7E0506F86B59}">
      <dgm:prSet/>
      <dgm:spPr/>
      <dgm:t>
        <a:bodyPr/>
        <a:lstStyle/>
        <a:p>
          <a:r>
            <a:rPr lang="en-IN"/>
            <a:t>Role-based access control</a:t>
          </a:r>
          <a:endParaRPr lang="en-US"/>
        </a:p>
      </dgm:t>
    </dgm:pt>
    <dgm:pt modelId="{CE06AB92-E0B3-4111-8C52-77076D9367B9}" type="parTrans" cxnId="{FC9C1012-DAC3-4D12-909D-4C9D3CE3042B}">
      <dgm:prSet/>
      <dgm:spPr/>
      <dgm:t>
        <a:bodyPr/>
        <a:lstStyle/>
        <a:p>
          <a:endParaRPr lang="en-US"/>
        </a:p>
      </dgm:t>
    </dgm:pt>
    <dgm:pt modelId="{38CE0EC1-D5C1-42D9-8579-D265B539CFA8}" type="sibTrans" cxnId="{FC9C1012-DAC3-4D12-909D-4C9D3CE3042B}">
      <dgm:prSet/>
      <dgm:spPr/>
      <dgm:t>
        <a:bodyPr/>
        <a:lstStyle/>
        <a:p>
          <a:endParaRPr lang="en-US"/>
        </a:p>
      </dgm:t>
    </dgm:pt>
    <dgm:pt modelId="{FD7B44C7-AFD0-46C8-AF73-7BEDC733298A}">
      <dgm:prSet/>
      <dgm:spPr/>
      <dgm:t>
        <a:bodyPr/>
        <a:lstStyle/>
        <a:p>
          <a:r>
            <a:rPr lang="en-IN" b="1"/>
            <a:t>Phase 5: Analytics &amp; Moderation</a:t>
          </a:r>
          <a:endParaRPr lang="en-US"/>
        </a:p>
      </dgm:t>
    </dgm:pt>
    <dgm:pt modelId="{B88E2C53-820D-482E-B210-07B01214D5DF}" type="parTrans" cxnId="{DF2D859F-7E0C-4489-AB31-5B5EEBAE73E6}">
      <dgm:prSet/>
      <dgm:spPr/>
      <dgm:t>
        <a:bodyPr/>
        <a:lstStyle/>
        <a:p>
          <a:endParaRPr lang="en-US"/>
        </a:p>
      </dgm:t>
    </dgm:pt>
    <dgm:pt modelId="{FAD3A1E5-80FC-4FFA-AAAB-2483B4D20081}" type="sibTrans" cxnId="{DF2D859F-7E0C-4489-AB31-5B5EEBAE73E6}">
      <dgm:prSet/>
      <dgm:spPr/>
      <dgm:t>
        <a:bodyPr/>
        <a:lstStyle/>
        <a:p>
          <a:endParaRPr lang="en-US"/>
        </a:p>
      </dgm:t>
    </dgm:pt>
    <dgm:pt modelId="{D4EE9FB0-B1E2-4A82-93B3-2AE605FC86F5}">
      <dgm:prSet/>
      <dgm:spPr/>
      <dgm:t>
        <a:bodyPr/>
        <a:lstStyle/>
        <a:p>
          <a:r>
            <a:rPr lang="en-IN"/>
            <a:t>MovieView tracking</a:t>
          </a:r>
          <a:endParaRPr lang="en-US"/>
        </a:p>
      </dgm:t>
    </dgm:pt>
    <dgm:pt modelId="{5AF342FC-E860-4E04-A6C9-C3E7393B0AB3}" type="parTrans" cxnId="{11ACD73A-2F28-4A61-ADA4-1E20BA812E87}">
      <dgm:prSet/>
      <dgm:spPr/>
      <dgm:t>
        <a:bodyPr/>
        <a:lstStyle/>
        <a:p>
          <a:endParaRPr lang="en-US"/>
        </a:p>
      </dgm:t>
    </dgm:pt>
    <dgm:pt modelId="{EBC9CF5D-5EFD-4EC4-84E1-363818A45133}" type="sibTrans" cxnId="{11ACD73A-2F28-4A61-ADA4-1E20BA812E87}">
      <dgm:prSet/>
      <dgm:spPr/>
      <dgm:t>
        <a:bodyPr/>
        <a:lstStyle/>
        <a:p>
          <a:endParaRPr lang="en-US"/>
        </a:p>
      </dgm:t>
    </dgm:pt>
    <dgm:pt modelId="{BFD3987E-318F-4FA7-AFF1-976DCEDC197C}">
      <dgm:prSet/>
      <dgm:spPr/>
      <dgm:t>
        <a:bodyPr/>
        <a:lstStyle/>
        <a:p>
          <a:r>
            <a:rPr lang="en-IN"/>
            <a:t>Supervisor dashboard</a:t>
          </a:r>
          <a:endParaRPr lang="en-US"/>
        </a:p>
      </dgm:t>
    </dgm:pt>
    <dgm:pt modelId="{15D9FB70-C8C0-4AB5-BCA8-108CA29327BD}" type="parTrans" cxnId="{906B6120-C5CA-4AA3-A680-4946217BBB3D}">
      <dgm:prSet/>
      <dgm:spPr/>
      <dgm:t>
        <a:bodyPr/>
        <a:lstStyle/>
        <a:p>
          <a:endParaRPr lang="en-US"/>
        </a:p>
      </dgm:t>
    </dgm:pt>
    <dgm:pt modelId="{EBEA88B1-FCD3-483C-ADDC-C5785D035EB7}" type="sibTrans" cxnId="{906B6120-C5CA-4AA3-A680-4946217BBB3D}">
      <dgm:prSet/>
      <dgm:spPr/>
      <dgm:t>
        <a:bodyPr/>
        <a:lstStyle/>
        <a:p>
          <a:endParaRPr lang="en-US"/>
        </a:p>
      </dgm:t>
    </dgm:pt>
    <dgm:pt modelId="{46AFF77C-5B74-404D-9B51-91DCB1F4F818}">
      <dgm:prSet/>
      <dgm:spPr/>
      <dgm:t>
        <a:bodyPr/>
        <a:lstStyle/>
        <a:p>
          <a:r>
            <a:rPr lang="en-IN"/>
            <a:t>Chart.js integration</a:t>
          </a:r>
          <a:endParaRPr lang="en-US"/>
        </a:p>
      </dgm:t>
    </dgm:pt>
    <dgm:pt modelId="{64C0B883-2F11-4001-BC2A-86A877B75CE9}" type="parTrans" cxnId="{FD5FEAC9-903A-4EC7-884A-4807A8430D94}">
      <dgm:prSet/>
      <dgm:spPr/>
      <dgm:t>
        <a:bodyPr/>
        <a:lstStyle/>
        <a:p>
          <a:endParaRPr lang="en-US"/>
        </a:p>
      </dgm:t>
    </dgm:pt>
    <dgm:pt modelId="{E2287DD6-5B54-45C4-B833-40B46E2FA0ED}" type="sibTrans" cxnId="{FD5FEAC9-903A-4EC7-884A-4807A8430D94}">
      <dgm:prSet/>
      <dgm:spPr/>
      <dgm:t>
        <a:bodyPr/>
        <a:lstStyle/>
        <a:p>
          <a:endParaRPr lang="en-US"/>
        </a:p>
      </dgm:t>
    </dgm:pt>
    <dgm:pt modelId="{9A756FB9-468A-4524-BE1F-073478AABA5B}">
      <dgm:prSet/>
      <dgm:spPr/>
      <dgm:t>
        <a:bodyPr/>
        <a:lstStyle/>
        <a:p>
          <a:r>
            <a:rPr lang="en-IN"/>
            <a:t>Content moderation system</a:t>
          </a:r>
          <a:endParaRPr lang="en-US"/>
        </a:p>
      </dgm:t>
    </dgm:pt>
    <dgm:pt modelId="{D7E32E71-5E69-46FF-A43E-4D4EB6495AC9}" type="parTrans" cxnId="{C5FCEC0C-C521-4D80-A757-5152AF0A5E08}">
      <dgm:prSet/>
      <dgm:spPr/>
      <dgm:t>
        <a:bodyPr/>
        <a:lstStyle/>
        <a:p>
          <a:endParaRPr lang="en-US"/>
        </a:p>
      </dgm:t>
    </dgm:pt>
    <dgm:pt modelId="{97F4CB2A-D71F-49BF-87D1-B6FA2B1BEB77}" type="sibTrans" cxnId="{C5FCEC0C-C521-4D80-A757-5152AF0A5E08}">
      <dgm:prSet/>
      <dgm:spPr/>
      <dgm:t>
        <a:bodyPr/>
        <a:lstStyle/>
        <a:p>
          <a:endParaRPr lang="en-US"/>
        </a:p>
      </dgm:t>
    </dgm:pt>
    <dgm:pt modelId="{51CC3A5B-C330-42E0-AEA4-5F308EBC3E8D}">
      <dgm:prSet/>
      <dgm:spPr/>
      <dgm:t>
        <a:bodyPr/>
        <a:lstStyle/>
        <a:p>
          <a:r>
            <a:rPr lang="en-IN" b="1"/>
            <a:t>Phase 6: Testing &amp; Debugging</a:t>
          </a:r>
          <a:endParaRPr lang="en-US"/>
        </a:p>
      </dgm:t>
    </dgm:pt>
    <dgm:pt modelId="{920C1911-2130-46F4-A1BD-6BE162FD2B55}" type="parTrans" cxnId="{B13C7F93-F217-40D3-8376-37BFC4842540}">
      <dgm:prSet/>
      <dgm:spPr/>
      <dgm:t>
        <a:bodyPr/>
        <a:lstStyle/>
        <a:p>
          <a:endParaRPr lang="en-US"/>
        </a:p>
      </dgm:t>
    </dgm:pt>
    <dgm:pt modelId="{3A151582-C171-40CA-9D01-A6245D07A664}" type="sibTrans" cxnId="{B13C7F93-F217-40D3-8376-37BFC4842540}">
      <dgm:prSet/>
      <dgm:spPr/>
      <dgm:t>
        <a:bodyPr/>
        <a:lstStyle/>
        <a:p>
          <a:endParaRPr lang="en-US"/>
        </a:p>
      </dgm:t>
    </dgm:pt>
    <dgm:pt modelId="{F6102EBB-713D-49CB-9E92-6DC63B83FB5E}">
      <dgm:prSet/>
      <dgm:spPr/>
      <dgm:t>
        <a:bodyPr/>
        <a:lstStyle/>
        <a:p>
          <a:r>
            <a:rPr lang="en-IN"/>
            <a:t>API retry testing</a:t>
          </a:r>
          <a:endParaRPr lang="en-US"/>
        </a:p>
      </dgm:t>
    </dgm:pt>
    <dgm:pt modelId="{3AA26A82-DBBE-45B4-961B-A2B83637D314}" type="parTrans" cxnId="{E195ED69-1F53-487B-8F72-650948A912DA}">
      <dgm:prSet/>
      <dgm:spPr/>
      <dgm:t>
        <a:bodyPr/>
        <a:lstStyle/>
        <a:p>
          <a:endParaRPr lang="en-US"/>
        </a:p>
      </dgm:t>
    </dgm:pt>
    <dgm:pt modelId="{05C3A8D7-8156-4308-9F2B-1FDE9F1BBBC5}" type="sibTrans" cxnId="{E195ED69-1F53-487B-8F72-650948A912DA}">
      <dgm:prSet/>
      <dgm:spPr/>
      <dgm:t>
        <a:bodyPr/>
        <a:lstStyle/>
        <a:p>
          <a:endParaRPr lang="en-US"/>
        </a:p>
      </dgm:t>
    </dgm:pt>
    <dgm:pt modelId="{BF3AC266-AD9C-4DE1-A06B-D0DA9C4716C3}">
      <dgm:prSet/>
      <dgm:spPr/>
      <dgm:t>
        <a:bodyPr/>
        <a:lstStyle/>
        <a:p>
          <a:r>
            <a:rPr lang="en-IN"/>
            <a:t>Security validation</a:t>
          </a:r>
          <a:endParaRPr lang="en-US"/>
        </a:p>
      </dgm:t>
    </dgm:pt>
    <dgm:pt modelId="{40CB7B3D-248D-4BA1-A2A4-EF311ECD0AE3}" type="parTrans" cxnId="{36B7F791-6957-412C-A200-6FAE07EEB23B}">
      <dgm:prSet/>
      <dgm:spPr/>
      <dgm:t>
        <a:bodyPr/>
        <a:lstStyle/>
        <a:p>
          <a:endParaRPr lang="en-US"/>
        </a:p>
      </dgm:t>
    </dgm:pt>
    <dgm:pt modelId="{0FC572AF-88F5-4243-92A2-6F632E2F559E}" type="sibTrans" cxnId="{36B7F791-6957-412C-A200-6FAE07EEB23B}">
      <dgm:prSet/>
      <dgm:spPr/>
      <dgm:t>
        <a:bodyPr/>
        <a:lstStyle/>
        <a:p>
          <a:endParaRPr lang="en-US"/>
        </a:p>
      </dgm:t>
    </dgm:pt>
    <dgm:pt modelId="{B332C61C-36F7-41FC-A77D-7300526D89F1}">
      <dgm:prSet/>
      <dgm:spPr/>
      <dgm:t>
        <a:bodyPr/>
        <a:lstStyle/>
        <a:p>
          <a:r>
            <a:rPr lang="en-IN"/>
            <a:t>Error handling pages (404/500)</a:t>
          </a:r>
          <a:endParaRPr lang="en-US"/>
        </a:p>
      </dgm:t>
    </dgm:pt>
    <dgm:pt modelId="{ADE4E613-7E34-421A-981C-0B08783532C3}" type="parTrans" cxnId="{8CED7B88-C938-44EA-9A93-79F53D6B37AE}">
      <dgm:prSet/>
      <dgm:spPr/>
      <dgm:t>
        <a:bodyPr/>
        <a:lstStyle/>
        <a:p>
          <a:endParaRPr lang="en-US"/>
        </a:p>
      </dgm:t>
    </dgm:pt>
    <dgm:pt modelId="{F1F571EC-BEE7-48BC-8ACB-A533B26F2D6E}" type="sibTrans" cxnId="{8CED7B88-C938-44EA-9A93-79F53D6B37AE}">
      <dgm:prSet/>
      <dgm:spPr/>
      <dgm:t>
        <a:bodyPr/>
        <a:lstStyle/>
        <a:p>
          <a:endParaRPr lang="en-US"/>
        </a:p>
      </dgm:t>
    </dgm:pt>
    <dgm:pt modelId="{7959AF8E-A55C-42F8-8CF8-D0D7C129935A}">
      <dgm:prSet/>
      <dgm:spPr/>
      <dgm:t>
        <a:bodyPr/>
        <a:lstStyle/>
        <a:p>
          <a:r>
            <a:rPr lang="en-IN" b="1"/>
            <a:t>Phase 7: Deployment Preparation</a:t>
          </a:r>
          <a:endParaRPr lang="en-US"/>
        </a:p>
      </dgm:t>
    </dgm:pt>
    <dgm:pt modelId="{CE8DC3D6-FC05-4E8D-9A25-757D65ED3F73}" type="parTrans" cxnId="{EC4AA8E5-BF4B-4340-BFD3-55C67C1C3BC1}">
      <dgm:prSet/>
      <dgm:spPr/>
      <dgm:t>
        <a:bodyPr/>
        <a:lstStyle/>
        <a:p>
          <a:endParaRPr lang="en-US"/>
        </a:p>
      </dgm:t>
    </dgm:pt>
    <dgm:pt modelId="{D67871D4-CA0A-4B2D-A844-ABA7B7E2D105}" type="sibTrans" cxnId="{EC4AA8E5-BF4B-4340-BFD3-55C67C1C3BC1}">
      <dgm:prSet/>
      <dgm:spPr/>
      <dgm:t>
        <a:bodyPr/>
        <a:lstStyle/>
        <a:p>
          <a:endParaRPr lang="en-US"/>
        </a:p>
      </dgm:t>
    </dgm:pt>
    <dgm:pt modelId="{735ECD0B-95F2-4559-89BE-82F1B2ED2690}">
      <dgm:prSet/>
      <dgm:spPr/>
      <dgm:t>
        <a:bodyPr/>
        <a:lstStyle/>
        <a:p>
          <a:r>
            <a:rPr lang="en-IN"/>
            <a:t>Gunicorn configuration</a:t>
          </a:r>
          <a:endParaRPr lang="en-US"/>
        </a:p>
      </dgm:t>
    </dgm:pt>
    <dgm:pt modelId="{971E807D-C8E9-45B9-A05A-DEDE453E5560}" type="parTrans" cxnId="{15734CDF-4E0C-4F1D-9F08-E5861D07051D}">
      <dgm:prSet/>
      <dgm:spPr/>
      <dgm:t>
        <a:bodyPr/>
        <a:lstStyle/>
        <a:p>
          <a:endParaRPr lang="en-US"/>
        </a:p>
      </dgm:t>
    </dgm:pt>
    <dgm:pt modelId="{EE207B01-7161-4F84-9860-91964510B065}" type="sibTrans" cxnId="{15734CDF-4E0C-4F1D-9F08-E5861D07051D}">
      <dgm:prSet/>
      <dgm:spPr/>
      <dgm:t>
        <a:bodyPr/>
        <a:lstStyle/>
        <a:p>
          <a:endParaRPr lang="en-US"/>
        </a:p>
      </dgm:t>
    </dgm:pt>
    <dgm:pt modelId="{040F9EC0-3D52-4E5F-900F-C5426ACD6A19}">
      <dgm:prSet/>
      <dgm:spPr/>
      <dgm:t>
        <a:bodyPr/>
        <a:lstStyle/>
        <a:p>
          <a:r>
            <a:rPr lang="en-IN"/>
            <a:t>Environment variable setup</a:t>
          </a:r>
          <a:endParaRPr lang="en-US"/>
        </a:p>
      </dgm:t>
    </dgm:pt>
    <dgm:pt modelId="{0147A075-4B4A-4F47-B02A-5B36E8727CD2}" type="parTrans" cxnId="{EB4E1D27-41B4-4AFD-B99F-81007A79EBA1}">
      <dgm:prSet/>
      <dgm:spPr/>
      <dgm:t>
        <a:bodyPr/>
        <a:lstStyle/>
        <a:p>
          <a:endParaRPr lang="en-US"/>
        </a:p>
      </dgm:t>
    </dgm:pt>
    <dgm:pt modelId="{AC9305AF-FA54-48DF-8A18-CEE4B0920D42}" type="sibTrans" cxnId="{EB4E1D27-41B4-4AFD-B99F-81007A79EBA1}">
      <dgm:prSet/>
      <dgm:spPr/>
      <dgm:t>
        <a:bodyPr/>
        <a:lstStyle/>
        <a:p>
          <a:endParaRPr lang="en-US"/>
        </a:p>
      </dgm:t>
    </dgm:pt>
    <dgm:pt modelId="{C123FCF1-9497-4F8E-B6E7-B6B0D44B9129}">
      <dgm:prSet/>
      <dgm:spPr/>
      <dgm:t>
        <a:bodyPr/>
        <a:lstStyle/>
        <a:p>
          <a:r>
            <a:rPr lang="en-IN"/>
            <a:t>Production readiness review</a:t>
          </a:r>
          <a:endParaRPr lang="en-US"/>
        </a:p>
      </dgm:t>
    </dgm:pt>
    <dgm:pt modelId="{D6F69650-101F-4DE1-96EE-7BFCE0E3EF32}" type="parTrans" cxnId="{4A704661-7A5C-40E1-B5B2-AE9DC1C0E7D7}">
      <dgm:prSet/>
      <dgm:spPr/>
      <dgm:t>
        <a:bodyPr/>
        <a:lstStyle/>
        <a:p>
          <a:endParaRPr lang="en-US"/>
        </a:p>
      </dgm:t>
    </dgm:pt>
    <dgm:pt modelId="{65E75358-33C1-48D8-AE49-26DC6BFD5B43}" type="sibTrans" cxnId="{4A704661-7A5C-40E1-B5B2-AE9DC1C0E7D7}">
      <dgm:prSet/>
      <dgm:spPr/>
      <dgm:t>
        <a:bodyPr/>
        <a:lstStyle/>
        <a:p>
          <a:endParaRPr lang="en-US"/>
        </a:p>
      </dgm:t>
    </dgm:pt>
    <dgm:pt modelId="{C038DAA6-8572-2445-BBD2-5F348C0CE5F0}" type="pres">
      <dgm:prSet presAssocID="{483DC927-F4DE-4342-BD5E-A06DC3797025}" presName="diagram" presStyleCnt="0">
        <dgm:presLayoutVars>
          <dgm:dir/>
          <dgm:resizeHandles val="exact"/>
        </dgm:presLayoutVars>
      </dgm:prSet>
      <dgm:spPr/>
    </dgm:pt>
    <dgm:pt modelId="{48339D0B-C4B7-6048-8766-7F2550604FDC}" type="pres">
      <dgm:prSet presAssocID="{68D989F6-CCDC-494B-ACCD-B108BA639705}" presName="node" presStyleLbl="node1" presStyleIdx="0" presStyleCnt="17">
        <dgm:presLayoutVars>
          <dgm:bulletEnabled val="1"/>
        </dgm:presLayoutVars>
      </dgm:prSet>
      <dgm:spPr/>
    </dgm:pt>
    <dgm:pt modelId="{2B715CFD-FEE5-044A-BA18-279460C9C17B}" type="pres">
      <dgm:prSet presAssocID="{01FE2F7C-4791-4873-BDC2-A4175A503FA8}" presName="sibTrans" presStyleCnt="0"/>
      <dgm:spPr/>
    </dgm:pt>
    <dgm:pt modelId="{339B13CF-4DF0-E94E-9AAC-1857A93E9BC4}" type="pres">
      <dgm:prSet presAssocID="{9A183BF2-E09C-492A-AC30-9AFFA406A93D}" presName="node" presStyleLbl="node1" presStyleIdx="1" presStyleCnt="17">
        <dgm:presLayoutVars>
          <dgm:bulletEnabled val="1"/>
        </dgm:presLayoutVars>
      </dgm:prSet>
      <dgm:spPr/>
    </dgm:pt>
    <dgm:pt modelId="{5252717A-0801-2346-9529-16A1620F328E}" type="pres">
      <dgm:prSet presAssocID="{608683D1-FE59-48E3-8D57-CE2B75E91104}" presName="sibTrans" presStyleCnt="0"/>
      <dgm:spPr/>
    </dgm:pt>
    <dgm:pt modelId="{652C019C-EEBF-4E4E-B732-18907182213F}" type="pres">
      <dgm:prSet presAssocID="{970806AB-44D6-46D4-8813-6844560A3850}" presName="node" presStyleLbl="node1" presStyleIdx="2" presStyleCnt="17">
        <dgm:presLayoutVars>
          <dgm:bulletEnabled val="1"/>
        </dgm:presLayoutVars>
      </dgm:prSet>
      <dgm:spPr/>
    </dgm:pt>
    <dgm:pt modelId="{B1B50449-8BDC-0C46-BCF1-328DA85CFBD0}" type="pres">
      <dgm:prSet presAssocID="{CB7C49A1-A0D8-4864-A4FF-DD2462C6419F}" presName="sibTrans" presStyleCnt="0"/>
      <dgm:spPr/>
    </dgm:pt>
    <dgm:pt modelId="{2A4766A9-32BC-404E-8E26-B873AD1F7D7A}" type="pres">
      <dgm:prSet presAssocID="{C04718F1-B0AE-4367-908E-7E0506F86B59}" presName="node" presStyleLbl="node1" presStyleIdx="3" presStyleCnt="17">
        <dgm:presLayoutVars>
          <dgm:bulletEnabled val="1"/>
        </dgm:presLayoutVars>
      </dgm:prSet>
      <dgm:spPr/>
    </dgm:pt>
    <dgm:pt modelId="{6DB2BD7B-BA11-4E43-932C-3F803D324A6E}" type="pres">
      <dgm:prSet presAssocID="{38CE0EC1-D5C1-42D9-8579-D265B539CFA8}" presName="sibTrans" presStyleCnt="0"/>
      <dgm:spPr/>
    </dgm:pt>
    <dgm:pt modelId="{B201D71C-60DD-3E40-B305-274E86322065}" type="pres">
      <dgm:prSet presAssocID="{FD7B44C7-AFD0-46C8-AF73-7BEDC733298A}" presName="node" presStyleLbl="node1" presStyleIdx="4" presStyleCnt="17">
        <dgm:presLayoutVars>
          <dgm:bulletEnabled val="1"/>
        </dgm:presLayoutVars>
      </dgm:prSet>
      <dgm:spPr/>
    </dgm:pt>
    <dgm:pt modelId="{DFDCCD0D-61B9-4A42-9801-EBBDEE7F4C0B}" type="pres">
      <dgm:prSet presAssocID="{FAD3A1E5-80FC-4FFA-AAAB-2483B4D20081}" presName="sibTrans" presStyleCnt="0"/>
      <dgm:spPr/>
    </dgm:pt>
    <dgm:pt modelId="{C7A90988-1889-7245-A30B-2D9C991E381F}" type="pres">
      <dgm:prSet presAssocID="{D4EE9FB0-B1E2-4A82-93B3-2AE605FC86F5}" presName="node" presStyleLbl="node1" presStyleIdx="5" presStyleCnt="17">
        <dgm:presLayoutVars>
          <dgm:bulletEnabled val="1"/>
        </dgm:presLayoutVars>
      </dgm:prSet>
      <dgm:spPr/>
    </dgm:pt>
    <dgm:pt modelId="{4C6C0756-ABAD-A74E-8A6C-CD15FE7768DB}" type="pres">
      <dgm:prSet presAssocID="{EBC9CF5D-5EFD-4EC4-84E1-363818A45133}" presName="sibTrans" presStyleCnt="0"/>
      <dgm:spPr/>
    </dgm:pt>
    <dgm:pt modelId="{510E50A3-2CB4-ED44-98C9-B8EFD6A37D74}" type="pres">
      <dgm:prSet presAssocID="{BFD3987E-318F-4FA7-AFF1-976DCEDC197C}" presName="node" presStyleLbl="node1" presStyleIdx="6" presStyleCnt="17">
        <dgm:presLayoutVars>
          <dgm:bulletEnabled val="1"/>
        </dgm:presLayoutVars>
      </dgm:prSet>
      <dgm:spPr/>
    </dgm:pt>
    <dgm:pt modelId="{E15B1122-59AE-824D-8C99-79A9FDDEC17F}" type="pres">
      <dgm:prSet presAssocID="{EBEA88B1-FCD3-483C-ADDC-C5785D035EB7}" presName="sibTrans" presStyleCnt="0"/>
      <dgm:spPr/>
    </dgm:pt>
    <dgm:pt modelId="{998B8EB9-6587-5145-BF30-2CCFC5472DAF}" type="pres">
      <dgm:prSet presAssocID="{46AFF77C-5B74-404D-9B51-91DCB1F4F818}" presName="node" presStyleLbl="node1" presStyleIdx="7" presStyleCnt="17">
        <dgm:presLayoutVars>
          <dgm:bulletEnabled val="1"/>
        </dgm:presLayoutVars>
      </dgm:prSet>
      <dgm:spPr/>
    </dgm:pt>
    <dgm:pt modelId="{0EED8495-72B7-AD43-94D4-54E86B68F111}" type="pres">
      <dgm:prSet presAssocID="{E2287DD6-5B54-45C4-B833-40B46E2FA0ED}" presName="sibTrans" presStyleCnt="0"/>
      <dgm:spPr/>
    </dgm:pt>
    <dgm:pt modelId="{186DBED2-3F4B-4E46-A1AD-8B9729C88F6E}" type="pres">
      <dgm:prSet presAssocID="{9A756FB9-468A-4524-BE1F-073478AABA5B}" presName="node" presStyleLbl="node1" presStyleIdx="8" presStyleCnt="17">
        <dgm:presLayoutVars>
          <dgm:bulletEnabled val="1"/>
        </dgm:presLayoutVars>
      </dgm:prSet>
      <dgm:spPr/>
    </dgm:pt>
    <dgm:pt modelId="{41ECAB0B-320A-6F43-B7B1-895EFAFEAB7C}" type="pres">
      <dgm:prSet presAssocID="{97F4CB2A-D71F-49BF-87D1-B6FA2B1BEB77}" presName="sibTrans" presStyleCnt="0"/>
      <dgm:spPr/>
    </dgm:pt>
    <dgm:pt modelId="{126F99B7-A6F3-6C4D-A72F-841DB1F25F42}" type="pres">
      <dgm:prSet presAssocID="{51CC3A5B-C330-42E0-AEA4-5F308EBC3E8D}" presName="node" presStyleLbl="node1" presStyleIdx="9" presStyleCnt="17">
        <dgm:presLayoutVars>
          <dgm:bulletEnabled val="1"/>
        </dgm:presLayoutVars>
      </dgm:prSet>
      <dgm:spPr/>
    </dgm:pt>
    <dgm:pt modelId="{7CD8E8BF-A6F5-F540-A370-FA52B1842B8A}" type="pres">
      <dgm:prSet presAssocID="{3A151582-C171-40CA-9D01-A6245D07A664}" presName="sibTrans" presStyleCnt="0"/>
      <dgm:spPr/>
    </dgm:pt>
    <dgm:pt modelId="{BF942CF2-DAB4-B14F-8BB4-445202597D47}" type="pres">
      <dgm:prSet presAssocID="{F6102EBB-713D-49CB-9E92-6DC63B83FB5E}" presName="node" presStyleLbl="node1" presStyleIdx="10" presStyleCnt="17">
        <dgm:presLayoutVars>
          <dgm:bulletEnabled val="1"/>
        </dgm:presLayoutVars>
      </dgm:prSet>
      <dgm:spPr/>
    </dgm:pt>
    <dgm:pt modelId="{AF8D2711-57CE-4A42-A578-1A6DB069BE6D}" type="pres">
      <dgm:prSet presAssocID="{05C3A8D7-8156-4308-9F2B-1FDE9F1BBBC5}" presName="sibTrans" presStyleCnt="0"/>
      <dgm:spPr/>
    </dgm:pt>
    <dgm:pt modelId="{177B7B6D-CB45-0E4A-88F9-E44647ADE7EB}" type="pres">
      <dgm:prSet presAssocID="{BF3AC266-AD9C-4DE1-A06B-D0DA9C4716C3}" presName="node" presStyleLbl="node1" presStyleIdx="11" presStyleCnt="17">
        <dgm:presLayoutVars>
          <dgm:bulletEnabled val="1"/>
        </dgm:presLayoutVars>
      </dgm:prSet>
      <dgm:spPr/>
    </dgm:pt>
    <dgm:pt modelId="{C178F460-ECCF-0947-9EB4-1B0D8C9B0FA0}" type="pres">
      <dgm:prSet presAssocID="{0FC572AF-88F5-4243-92A2-6F632E2F559E}" presName="sibTrans" presStyleCnt="0"/>
      <dgm:spPr/>
    </dgm:pt>
    <dgm:pt modelId="{D1EDD32D-767A-1A45-B051-D8ADDCD55449}" type="pres">
      <dgm:prSet presAssocID="{B332C61C-36F7-41FC-A77D-7300526D89F1}" presName="node" presStyleLbl="node1" presStyleIdx="12" presStyleCnt="17">
        <dgm:presLayoutVars>
          <dgm:bulletEnabled val="1"/>
        </dgm:presLayoutVars>
      </dgm:prSet>
      <dgm:spPr/>
    </dgm:pt>
    <dgm:pt modelId="{DED01DAD-C0F9-AD4D-8D2B-473C51A51468}" type="pres">
      <dgm:prSet presAssocID="{F1F571EC-BEE7-48BC-8ACB-A533B26F2D6E}" presName="sibTrans" presStyleCnt="0"/>
      <dgm:spPr/>
    </dgm:pt>
    <dgm:pt modelId="{8157EEC9-535C-0A44-A220-4BF4188ACEC5}" type="pres">
      <dgm:prSet presAssocID="{7959AF8E-A55C-42F8-8CF8-D0D7C129935A}" presName="node" presStyleLbl="node1" presStyleIdx="13" presStyleCnt="17">
        <dgm:presLayoutVars>
          <dgm:bulletEnabled val="1"/>
        </dgm:presLayoutVars>
      </dgm:prSet>
      <dgm:spPr/>
    </dgm:pt>
    <dgm:pt modelId="{50DEEC5E-15BE-2D46-A0A8-E2DA2EDBDCE9}" type="pres">
      <dgm:prSet presAssocID="{D67871D4-CA0A-4B2D-A844-ABA7B7E2D105}" presName="sibTrans" presStyleCnt="0"/>
      <dgm:spPr/>
    </dgm:pt>
    <dgm:pt modelId="{95D5118B-E2BC-7D48-9FF5-50BF566AB787}" type="pres">
      <dgm:prSet presAssocID="{735ECD0B-95F2-4559-89BE-82F1B2ED2690}" presName="node" presStyleLbl="node1" presStyleIdx="14" presStyleCnt="17">
        <dgm:presLayoutVars>
          <dgm:bulletEnabled val="1"/>
        </dgm:presLayoutVars>
      </dgm:prSet>
      <dgm:spPr/>
    </dgm:pt>
    <dgm:pt modelId="{A9469AE1-969E-4249-930B-799ACAF11506}" type="pres">
      <dgm:prSet presAssocID="{EE207B01-7161-4F84-9860-91964510B065}" presName="sibTrans" presStyleCnt="0"/>
      <dgm:spPr/>
    </dgm:pt>
    <dgm:pt modelId="{B583405B-81D7-384C-BD79-374AD9E2359F}" type="pres">
      <dgm:prSet presAssocID="{040F9EC0-3D52-4E5F-900F-C5426ACD6A19}" presName="node" presStyleLbl="node1" presStyleIdx="15" presStyleCnt="17">
        <dgm:presLayoutVars>
          <dgm:bulletEnabled val="1"/>
        </dgm:presLayoutVars>
      </dgm:prSet>
      <dgm:spPr/>
    </dgm:pt>
    <dgm:pt modelId="{B0448710-1219-9342-B7AD-3D700D482DBD}" type="pres">
      <dgm:prSet presAssocID="{AC9305AF-FA54-48DF-8A18-CEE4B0920D42}" presName="sibTrans" presStyleCnt="0"/>
      <dgm:spPr/>
    </dgm:pt>
    <dgm:pt modelId="{02DAAB77-73B7-EC4F-9B78-A9DCC4366B61}" type="pres">
      <dgm:prSet presAssocID="{C123FCF1-9497-4F8E-B6E7-B6B0D44B9129}" presName="node" presStyleLbl="node1" presStyleIdx="16" presStyleCnt="17">
        <dgm:presLayoutVars>
          <dgm:bulletEnabled val="1"/>
        </dgm:presLayoutVars>
      </dgm:prSet>
      <dgm:spPr/>
    </dgm:pt>
  </dgm:ptLst>
  <dgm:cxnLst>
    <dgm:cxn modelId="{5D39900C-9BE2-B14E-8B3E-8808A0D7DE49}" type="presOf" srcId="{FD7B44C7-AFD0-46C8-AF73-7BEDC733298A}" destId="{B201D71C-60DD-3E40-B305-274E86322065}" srcOrd="0" destOrd="0" presId="urn:microsoft.com/office/officeart/2005/8/layout/default"/>
    <dgm:cxn modelId="{C5FCEC0C-C521-4D80-A757-5152AF0A5E08}" srcId="{483DC927-F4DE-4342-BD5E-A06DC3797025}" destId="{9A756FB9-468A-4524-BE1F-073478AABA5B}" srcOrd="8" destOrd="0" parTransId="{D7E32E71-5E69-46FF-A43E-4D4EB6495AC9}" sibTransId="{97F4CB2A-D71F-49BF-87D1-B6FA2B1BEB77}"/>
    <dgm:cxn modelId="{92247A0F-8586-4E32-8FBA-10AD1E3547F3}" srcId="{483DC927-F4DE-4342-BD5E-A06DC3797025}" destId="{9A183BF2-E09C-492A-AC30-9AFFA406A93D}" srcOrd="1" destOrd="0" parTransId="{D9C5A1E3-EAF6-43D1-A1E4-77C818DAE8DD}" sibTransId="{608683D1-FE59-48E3-8D57-CE2B75E91104}"/>
    <dgm:cxn modelId="{9E65CC10-D8C0-584B-8F05-BC92C2CDB205}" type="presOf" srcId="{7959AF8E-A55C-42F8-8CF8-D0D7C129935A}" destId="{8157EEC9-535C-0A44-A220-4BF4188ACEC5}" srcOrd="0" destOrd="0" presId="urn:microsoft.com/office/officeart/2005/8/layout/default"/>
    <dgm:cxn modelId="{FC9C1012-DAC3-4D12-909D-4C9D3CE3042B}" srcId="{483DC927-F4DE-4342-BD5E-A06DC3797025}" destId="{C04718F1-B0AE-4367-908E-7E0506F86B59}" srcOrd="3" destOrd="0" parTransId="{CE06AB92-E0B3-4111-8C52-77076D9367B9}" sibTransId="{38CE0EC1-D5C1-42D9-8579-D265B539CFA8}"/>
    <dgm:cxn modelId="{906B6120-C5CA-4AA3-A680-4946217BBB3D}" srcId="{483DC927-F4DE-4342-BD5E-A06DC3797025}" destId="{BFD3987E-318F-4FA7-AFF1-976DCEDC197C}" srcOrd="6" destOrd="0" parTransId="{15D9FB70-C8C0-4AB5-BCA8-108CA29327BD}" sibTransId="{EBEA88B1-FCD3-483C-ADDC-C5785D035EB7}"/>
    <dgm:cxn modelId="{13A25322-0778-4444-93F8-A85AFE8E0B99}" type="presOf" srcId="{BFD3987E-318F-4FA7-AFF1-976DCEDC197C}" destId="{510E50A3-2CB4-ED44-98C9-B8EFD6A37D74}" srcOrd="0" destOrd="0" presId="urn:microsoft.com/office/officeart/2005/8/layout/default"/>
    <dgm:cxn modelId="{EB4E1D27-41B4-4AFD-B99F-81007A79EBA1}" srcId="{483DC927-F4DE-4342-BD5E-A06DC3797025}" destId="{040F9EC0-3D52-4E5F-900F-C5426ACD6A19}" srcOrd="15" destOrd="0" parTransId="{0147A075-4B4A-4F47-B02A-5B36E8727CD2}" sibTransId="{AC9305AF-FA54-48DF-8A18-CEE4B0920D42}"/>
    <dgm:cxn modelId="{6CB8D52E-171E-0C49-8578-3F8D8C7E3B8C}" type="presOf" srcId="{735ECD0B-95F2-4559-89BE-82F1B2ED2690}" destId="{95D5118B-E2BC-7D48-9FF5-50BF566AB787}" srcOrd="0" destOrd="0" presId="urn:microsoft.com/office/officeart/2005/8/layout/default"/>
    <dgm:cxn modelId="{0B03502F-4AA9-4E7D-9A4B-5B92424183FC}" srcId="{483DC927-F4DE-4342-BD5E-A06DC3797025}" destId="{970806AB-44D6-46D4-8813-6844560A3850}" srcOrd="2" destOrd="0" parTransId="{5A8E5954-D8D4-4256-B395-CE66800E2C53}" sibTransId="{CB7C49A1-A0D8-4864-A4FF-DD2462C6419F}"/>
    <dgm:cxn modelId="{A3B67430-4C59-7643-A3D1-2E3726B88CA3}" type="presOf" srcId="{BF3AC266-AD9C-4DE1-A06B-D0DA9C4716C3}" destId="{177B7B6D-CB45-0E4A-88F9-E44647ADE7EB}" srcOrd="0" destOrd="0" presId="urn:microsoft.com/office/officeart/2005/8/layout/default"/>
    <dgm:cxn modelId="{11ACD73A-2F28-4A61-ADA4-1E20BA812E87}" srcId="{483DC927-F4DE-4342-BD5E-A06DC3797025}" destId="{D4EE9FB0-B1E2-4A82-93B3-2AE605FC86F5}" srcOrd="5" destOrd="0" parTransId="{5AF342FC-E860-4E04-A6C9-C3E7393B0AB3}" sibTransId="{EBC9CF5D-5EFD-4EC4-84E1-363818A45133}"/>
    <dgm:cxn modelId="{31ABE343-74F6-42A5-83BD-7D7EAF0C9923}" srcId="{483DC927-F4DE-4342-BD5E-A06DC3797025}" destId="{68D989F6-CCDC-494B-ACCD-B108BA639705}" srcOrd="0" destOrd="0" parTransId="{DCFA7789-A614-4BB2-9428-84430CED8CCA}" sibTransId="{01FE2F7C-4791-4873-BDC2-A4175A503FA8}"/>
    <dgm:cxn modelId="{2AECCF47-B180-1247-A4C7-C412AAF5E451}" type="presOf" srcId="{C04718F1-B0AE-4367-908E-7E0506F86B59}" destId="{2A4766A9-32BC-404E-8E26-B873AD1F7D7A}" srcOrd="0" destOrd="0" presId="urn:microsoft.com/office/officeart/2005/8/layout/default"/>
    <dgm:cxn modelId="{4A704661-7A5C-40E1-B5B2-AE9DC1C0E7D7}" srcId="{483DC927-F4DE-4342-BD5E-A06DC3797025}" destId="{C123FCF1-9497-4F8E-B6E7-B6B0D44B9129}" srcOrd="16" destOrd="0" parTransId="{D6F69650-101F-4DE1-96EE-7BFCE0E3EF32}" sibTransId="{65E75358-33C1-48D8-AE49-26DC6BFD5B43}"/>
    <dgm:cxn modelId="{E195ED69-1F53-487B-8F72-650948A912DA}" srcId="{483DC927-F4DE-4342-BD5E-A06DC3797025}" destId="{F6102EBB-713D-49CB-9E92-6DC63B83FB5E}" srcOrd="10" destOrd="0" parTransId="{3AA26A82-DBBE-45B4-961B-A2B83637D314}" sibTransId="{05C3A8D7-8156-4308-9F2B-1FDE9F1BBBC5}"/>
    <dgm:cxn modelId="{CCC8A876-8F47-F341-8271-415A95EC84B0}" type="presOf" srcId="{9A756FB9-468A-4524-BE1F-073478AABA5B}" destId="{186DBED2-3F4B-4E46-A1AD-8B9729C88F6E}" srcOrd="0" destOrd="0" presId="urn:microsoft.com/office/officeart/2005/8/layout/default"/>
    <dgm:cxn modelId="{722EA477-914C-5743-9F63-FFBAE13418A0}" type="presOf" srcId="{483DC927-F4DE-4342-BD5E-A06DC3797025}" destId="{C038DAA6-8572-2445-BBD2-5F348C0CE5F0}" srcOrd="0" destOrd="0" presId="urn:microsoft.com/office/officeart/2005/8/layout/default"/>
    <dgm:cxn modelId="{597F387F-B7A9-A148-AB47-656A5C990C0E}" type="presOf" srcId="{9A183BF2-E09C-492A-AC30-9AFFA406A93D}" destId="{339B13CF-4DF0-E94E-9AAC-1857A93E9BC4}" srcOrd="0" destOrd="0" presId="urn:microsoft.com/office/officeart/2005/8/layout/default"/>
    <dgm:cxn modelId="{8CED7B88-C938-44EA-9A93-79F53D6B37AE}" srcId="{483DC927-F4DE-4342-BD5E-A06DC3797025}" destId="{B332C61C-36F7-41FC-A77D-7300526D89F1}" srcOrd="12" destOrd="0" parTransId="{ADE4E613-7E34-421A-981C-0B08783532C3}" sibTransId="{F1F571EC-BEE7-48BC-8ACB-A533B26F2D6E}"/>
    <dgm:cxn modelId="{3CE51D8E-1E29-DB45-B2EB-DFE33E2D6106}" type="presOf" srcId="{040F9EC0-3D52-4E5F-900F-C5426ACD6A19}" destId="{B583405B-81D7-384C-BD79-374AD9E2359F}" srcOrd="0" destOrd="0" presId="urn:microsoft.com/office/officeart/2005/8/layout/default"/>
    <dgm:cxn modelId="{36B7F791-6957-412C-A200-6FAE07EEB23B}" srcId="{483DC927-F4DE-4342-BD5E-A06DC3797025}" destId="{BF3AC266-AD9C-4DE1-A06B-D0DA9C4716C3}" srcOrd="11" destOrd="0" parTransId="{40CB7B3D-248D-4BA1-A2A4-EF311ECD0AE3}" sibTransId="{0FC572AF-88F5-4243-92A2-6F632E2F559E}"/>
    <dgm:cxn modelId="{B13C7F93-F217-40D3-8376-37BFC4842540}" srcId="{483DC927-F4DE-4342-BD5E-A06DC3797025}" destId="{51CC3A5B-C330-42E0-AEA4-5F308EBC3E8D}" srcOrd="9" destOrd="0" parTransId="{920C1911-2130-46F4-A1BD-6BE162FD2B55}" sibTransId="{3A151582-C171-40CA-9D01-A6245D07A664}"/>
    <dgm:cxn modelId="{DF2D859F-7E0C-4489-AB31-5B5EEBAE73E6}" srcId="{483DC927-F4DE-4342-BD5E-A06DC3797025}" destId="{FD7B44C7-AFD0-46C8-AF73-7BEDC733298A}" srcOrd="4" destOrd="0" parTransId="{B88E2C53-820D-482E-B210-07B01214D5DF}" sibTransId="{FAD3A1E5-80FC-4FFA-AAAB-2483B4D20081}"/>
    <dgm:cxn modelId="{C61AC1AB-B5CB-864D-8BD2-8BAF58C944DD}" type="presOf" srcId="{68D989F6-CCDC-494B-ACCD-B108BA639705}" destId="{48339D0B-C4B7-6048-8766-7F2550604FDC}" srcOrd="0" destOrd="0" presId="urn:microsoft.com/office/officeart/2005/8/layout/default"/>
    <dgm:cxn modelId="{E9D7BCBC-E4B1-CD4C-A711-2377DC83D1F3}" type="presOf" srcId="{970806AB-44D6-46D4-8813-6844560A3850}" destId="{652C019C-EEBF-4E4E-B732-18907182213F}" srcOrd="0" destOrd="0" presId="urn:microsoft.com/office/officeart/2005/8/layout/default"/>
    <dgm:cxn modelId="{37FEFBBE-7907-684B-87DD-B8C20AC719FB}" type="presOf" srcId="{D4EE9FB0-B1E2-4A82-93B3-2AE605FC86F5}" destId="{C7A90988-1889-7245-A30B-2D9C991E381F}" srcOrd="0" destOrd="0" presId="urn:microsoft.com/office/officeart/2005/8/layout/default"/>
    <dgm:cxn modelId="{FD5FEAC9-903A-4EC7-884A-4807A8430D94}" srcId="{483DC927-F4DE-4342-BD5E-A06DC3797025}" destId="{46AFF77C-5B74-404D-9B51-91DCB1F4F818}" srcOrd="7" destOrd="0" parTransId="{64C0B883-2F11-4001-BC2A-86A877B75CE9}" sibTransId="{E2287DD6-5B54-45C4-B833-40B46E2FA0ED}"/>
    <dgm:cxn modelId="{6D41FCCA-C82A-C74F-80F6-72A9072884EC}" type="presOf" srcId="{B332C61C-36F7-41FC-A77D-7300526D89F1}" destId="{D1EDD32D-767A-1A45-B051-D8ADDCD55449}" srcOrd="0" destOrd="0" presId="urn:microsoft.com/office/officeart/2005/8/layout/default"/>
    <dgm:cxn modelId="{013B4FCD-7402-3F44-80BC-0455955AD21E}" type="presOf" srcId="{F6102EBB-713D-49CB-9E92-6DC63B83FB5E}" destId="{BF942CF2-DAB4-B14F-8BB4-445202597D47}" srcOrd="0" destOrd="0" presId="urn:microsoft.com/office/officeart/2005/8/layout/default"/>
    <dgm:cxn modelId="{15734CDF-4E0C-4F1D-9F08-E5861D07051D}" srcId="{483DC927-F4DE-4342-BD5E-A06DC3797025}" destId="{735ECD0B-95F2-4559-89BE-82F1B2ED2690}" srcOrd="14" destOrd="0" parTransId="{971E807D-C8E9-45B9-A05A-DEDE453E5560}" sibTransId="{EE207B01-7161-4F84-9860-91964510B065}"/>
    <dgm:cxn modelId="{3D725DE0-4F26-F048-A84A-DF7B4B5053DF}" type="presOf" srcId="{51CC3A5B-C330-42E0-AEA4-5F308EBC3E8D}" destId="{126F99B7-A6F3-6C4D-A72F-841DB1F25F42}" srcOrd="0" destOrd="0" presId="urn:microsoft.com/office/officeart/2005/8/layout/default"/>
    <dgm:cxn modelId="{EC4AA8E5-BF4B-4340-BFD3-55C67C1C3BC1}" srcId="{483DC927-F4DE-4342-BD5E-A06DC3797025}" destId="{7959AF8E-A55C-42F8-8CF8-D0D7C129935A}" srcOrd="13" destOrd="0" parTransId="{CE8DC3D6-FC05-4E8D-9A25-757D65ED3F73}" sibTransId="{D67871D4-CA0A-4B2D-A844-ABA7B7E2D105}"/>
    <dgm:cxn modelId="{4BD5DCE9-6895-2346-A822-9E18B1FA0B69}" type="presOf" srcId="{C123FCF1-9497-4F8E-B6E7-B6B0D44B9129}" destId="{02DAAB77-73B7-EC4F-9B78-A9DCC4366B61}" srcOrd="0" destOrd="0" presId="urn:microsoft.com/office/officeart/2005/8/layout/default"/>
    <dgm:cxn modelId="{A676CFEF-CE6D-3C4F-91F0-3B541812EE13}" type="presOf" srcId="{46AFF77C-5B74-404D-9B51-91DCB1F4F818}" destId="{998B8EB9-6587-5145-BF30-2CCFC5472DAF}" srcOrd="0" destOrd="0" presId="urn:microsoft.com/office/officeart/2005/8/layout/default"/>
    <dgm:cxn modelId="{69A556BE-275F-C54C-9DD8-879BC40C9603}" type="presParOf" srcId="{C038DAA6-8572-2445-BBD2-5F348C0CE5F0}" destId="{48339D0B-C4B7-6048-8766-7F2550604FDC}" srcOrd="0" destOrd="0" presId="urn:microsoft.com/office/officeart/2005/8/layout/default"/>
    <dgm:cxn modelId="{4D308A9B-BC75-EB4C-B468-B588D4B9BD13}" type="presParOf" srcId="{C038DAA6-8572-2445-BBD2-5F348C0CE5F0}" destId="{2B715CFD-FEE5-044A-BA18-279460C9C17B}" srcOrd="1" destOrd="0" presId="urn:microsoft.com/office/officeart/2005/8/layout/default"/>
    <dgm:cxn modelId="{D2A96CCC-97E3-284E-B9B7-9C15D770E6D2}" type="presParOf" srcId="{C038DAA6-8572-2445-BBD2-5F348C0CE5F0}" destId="{339B13CF-4DF0-E94E-9AAC-1857A93E9BC4}" srcOrd="2" destOrd="0" presId="urn:microsoft.com/office/officeart/2005/8/layout/default"/>
    <dgm:cxn modelId="{C7A47575-361C-BE49-9B78-3D7085C9CF6E}" type="presParOf" srcId="{C038DAA6-8572-2445-BBD2-5F348C0CE5F0}" destId="{5252717A-0801-2346-9529-16A1620F328E}" srcOrd="3" destOrd="0" presId="urn:microsoft.com/office/officeart/2005/8/layout/default"/>
    <dgm:cxn modelId="{1867D9C5-C0A0-4443-9E50-EF8B82CFEC5A}" type="presParOf" srcId="{C038DAA6-8572-2445-BBD2-5F348C0CE5F0}" destId="{652C019C-EEBF-4E4E-B732-18907182213F}" srcOrd="4" destOrd="0" presId="urn:microsoft.com/office/officeart/2005/8/layout/default"/>
    <dgm:cxn modelId="{60D987A1-53B0-9A43-9E17-E455385B35A2}" type="presParOf" srcId="{C038DAA6-8572-2445-BBD2-5F348C0CE5F0}" destId="{B1B50449-8BDC-0C46-BCF1-328DA85CFBD0}" srcOrd="5" destOrd="0" presId="urn:microsoft.com/office/officeart/2005/8/layout/default"/>
    <dgm:cxn modelId="{ACE1D05E-35ED-EC41-9B56-29218B3FA105}" type="presParOf" srcId="{C038DAA6-8572-2445-BBD2-5F348C0CE5F0}" destId="{2A4766A9-32BC-404E-8E26-B873AD1F7D7A}" srcOrd="6" destOrd="0" presId="urn:microsoft.com/office/officeart/2005/8/layout/default"/>
    <dgm:cxn modelId="{2B4ECA29-1517-4C47-96ED-70050ECB9C77}" type="presParOf" srcId="{C038DAA6-8572-2445-BBD2-5F348C0CE5F0}" destId="{6DB2BD7B-BA11-4E43-932C-3F803D324A6E}" srcOrd="7" destOrd="0" presId="urn:microsoft.com/office/officeart/2005/8/layout/default"/>
    <dgm:cxn modelId="{01B77A3A-8BBA-CA45-8633-1D33D235D526}" type="presParOf" srcId="{C038DAA6-8572-2445-BBD2-5F348C0CE5F0}" destId="{B201D71C-60DD-3E40-B305-274E86322065}" srcOrd="8" destOrd="0" presId="urn:microsoft.com/office/officeart/2005/8/layout/default"/>
    <dgm:cxn modelId="{7318BB0A-BB81-E94A-B0A0-09CE3E36DB89}" type="presParOf" srcId="{C038DAA6-8572-2445-BBD2-5F348C0CE5F0}" destId="{DFDCCD0D-61B9-4A42-9801-EBBDEE7F4C0B}" srcOrd="9" destOrd="0" presId="urn:microsoft.com/office/officeart/2005/8/layout/default"/>
    <dgm:cxn modelId="{CC1789EE-C53E-7D42-A5B3-9D79FE2765B2}" type="presParOf" srcId="{C038DAA6-8572-2445-BBD2-5F348C0CE5F0}" destId="{C7A90988-1889-7245-A30B-2D9C991E381F}" srcOrd="10" destOrd="0" presId="urn:microsoft.com/office/officeart/2005/8/layout/default"/>
    <dgm:cxn modelId="{53813BEA-7376-724B-963E-16CB40708FE6}" type="presParOf" srcId="{C038DAA6-8572-2445-BBD2-5F348C0CE5F0}" destId="{4C6C0756-ABAD-A74E-8A6C-CD15FE7768DB}" srcOrd="11" destOrd="0" presId="urn:microsoft.com/office/officeart/2005/8/layout/default"/>
    <dgm:cxn modelId="{A4FE7F97-2EA1-5449-B912-5A983BEEF80D}" type="presParOf" srcId="{C038DAA6-8572-2445-BBD2-5F348C0CE5F0}" destId="{510E50A3-2CB4-ED44-98C9-B8EFD6A37D74}" srcOrd="12" destOrd="0" presId="urn:microsoft.com/office/officeart/2005/8/layout/default"/>
    <dgm:cxn modelId="{F3CC7BAD-9136-3C49-873A-3E18D619FF3B}" type="presParOf" srcId="{C038DAA6-8572-2445-BBD2-5F348C0CE5F0}" destId="{E15B1122-59AE-824D-8C99-79A9FDDEC17F}" srcOrd="13" destOrd="0" presId="urn:microsoft.com/office/officeart/2005/8/layout/default"/>
    <dgm:cxn modelId="{E4FE7C2A-4F88-DE4F-9A9B-519C955006BF}" type="presParOf" srcId="{C038DAA6-8572-2445-BBD2-5F348C0CE5F0}" destId="{998B8EB9-6587-5145-BF30-2CCFC5472DAF}" srcOrd="14" destOrd="0" presId="urn:microsoft.com/office/officeart/2005/8/layout/default"/>
    <dgm:cxn modelId="{0CC44467-1E08-494C-81AA-A7D5FBA89EAD}" type="presParOf" srcId="{C038DAA6-8572-2445-BBD2-5F348C0CE5F0}" destId="{0EED8495-72B7-AD43-94D4-54E86B68F111}" srcOrd="15" destOrd="0" presId="urn:microsoft.com/office/officeart/2005/8/layout/default"/>
    <dgm:cxn modelId="{DCFC80EE-460F-2047-B3BD-2E8CADB13E6E}" type="presParOf" srcId="{C038DAA6-8572-2445-BBD2-5F348C0CE5F0}" destId="{186DBED2-3F4B-4E46-A1AD-8B9729C88F6E}" srcOrd="16" destOrd="0" presId="urn:microsoft.com/office/officeart/2005/8/layout/default"/>
    <dgm:cxn modelId="{F9839EA1-3037-B041-8A42-8E55068404EA}" type="presParOf" srcId="{C038DAA6-8572-2445-BBD2-5F348C0CE5F0}" destId="{41ECAB0B-320A-6F43-B7B1-895EFAFEAB7C}" srcOrd="17" destOrd="0" presId="urn:microsoft.com/office/officeart/2005/8/layout/default"/>
    <dgm:cxn modelId="{A08D886E-1131-6447-8A98-DA91D2D95A5A}" type="presParOf" srcId="{C038DAA6-8572-2445-BBD2-5F348C0CE5F0}" destId="{126F99B7-A6F3-6C4D-A72F-841DB1F25F42}" srcOrd="18" destOrd="0" presId="urn:microsoft.com/office/officeart/2005/8/layout/default"/>
    <dgm:cxn modelId="{34A8EBC6-E0D3-3640-B911-AE55F0A33813}" type="presParOf" srcId="{C038DAA6-8572-2445-BBD2-5F348C0CE5F0}" destId="{7CD8E8BF-A6F5-F540-A370-FA52B1842B8A}" srcOrd="19" destOrd="0" presId="urn:microsoft.com/office/officeart/2005/8/layout/default"/>
    <dgm:cxn modelId="{195078A1-8749-F240-8B7D-DD1BD1D83A41}" type="presParOf" srcId="{C038DAA6-8572-2445-BBD2-5F348C0CE5F0}" destId="{BF942CF2-DAB4-B14F-8BB4-445202597D47}" srcOrd="20" destOrd="0" presId="urn:microsoft.com/office/officeart/2005/8/layout/default"/>
    <dgm:cxn modelId="{F29B9735-C6E1-D84E-90C0-E1D43533F48A}" type="presParOf" srcId="{C038DAA6-8572-2445-BBD2-5F348C0CE5F0}" destId="{AF8D2711-57CE-4A42-A578-1A6DB069BE6D}" srcOrd="21" destOrd="0" presId="urn:microsoft.com/office/officeart/2005/8/layout/default"/>
    <dgm:cxn modelId="{55D4934E-318E-0544-B7B2-96158A4CEBBF}" type="presParOf" srcId="{C038DAA6-8572-2445-BBD2-5F348C0CE5F0}" destId="{177B7B6D-CB45-0E4A-88F9-E44647ADE7EB}" srcOrd="22" destOrd="0" presId="urn:microsoft.com/office/officeart/2005/8/layout/default"/>
    <dgm:cxn modelId="{4643FC6C-48B9-4348-B3F9-F771D2784840}" type="presParOf" srcId="{C038DAA6-8572-2445-BBD2-5F348C0CE5F0}" destId="{C178F460-ECCF-0947-9EB4-1B0D8C9B0FA0}" srcOrd="23" destOrd="0" presId="urn:microsoft.com/office/officeart/2005/8/layout/default"/>
    <dgm:cxn modelId="{1A7C7B79-5C47-084E-B70B-81282A77C082}" type="presParOf" srcId="{C038DAA6-8572-2445-BBD2-5F348C0CE5F0}" destId="{D1EDD32D-767A-1A45-B051-D8ADDCD55449}" srcOrd="24" destOrd="0" presId="urn:microsoft.com/office/officeart/2005/8/layout/default"/>
    <dgm:cxn modelId="{4F53E8B0-D6A1-3441-8864-6591E9E062D3}" type="presParOf" srcId="{C038DAA6-8572-2445-BBD2-5F348C0CE5F0}" destId="{DED01DAD-C0F9-AD4D-8D2B-473C51A51468}" srcOrd="25" destOrd="0" presId="urn:microsoft.com/office/officeart/2005/8/layout/default"/>
    <dgm:cxn modelId="{111EAAC3-5B2F-F748-A071-6F364D9BFF59}" type="presParOf" srcId="{C038DAA6-8572-2445-BBD2-5F348C0CE5F0}" destId="{8157EEC9-535C-0A44-A220-4BF4188ACEC5}" srcOrd="26" destOrd="0" presId="urn:microsoft.com/office/officeart/2005/8/layout/default"/>
    <dgm:cxn modelId="{CBC2C493-E17D-C74C-8E05-F00125E67959}" type="presParOf" srcId="{C038DAA6-8572-2445-BBD2-5F348C0CE5F0}" destId="{50DEEC5E-15BE-2D46-A0A8-E2DA2EDBDCE9}" srcOrd="27" destOrd="0" presId="urn:microsoft.com/office/officeart/2005/8/layout/default"/>
    <dgm:cxn modelId="{A11E1F1E-9AA3-3546-BEC8-75B8E17C0592}" type="presParOf" srcId="{C038DAA6-8572-2445-BBD2-5F348C0CE5F0}" destId="{95D5118B-E2BC-7D48-9FF5-50BF566AB787}" srcOrd="28" destOrd="0" presId="urn:microsoft.com/office/officeart/2005/8/layout/default"/>
    <dgm:cxn modelId="{6418C383-CB28-9C4A-B3EC-B296A84DBF6D}" type="presParOf" srcId="{C038DAA6-8572-2445-BBD2-5F348C0CE5F0}" destId="{A9469AE1-969E-4249-930B-799ACAF11506}" srcOrd="29" destOrd="0" presId="urn:microsoft.com/office/officeart/2005/8/layout/default"/>
    <dgm:cxn modelId="{4D9356CD-1C28-F144-87A9-3C20107A16AA}" type="presParOf" srcId="{C038DAA6-8572-2445-BBD2-5F348C0CE5F0}" destId="{B583405B-81D7-384C-BD79-374AD9E2359F}" srcOrd="30" destOrd="0" presId="urn:microsoft.com/office/officeart/2005/8/layout/default"/>
    <dgm:cxn modelId="{94DA5999-E955-4E4A-B5E9-1E38869A2036}" type="presParOf" srcId="{C038DAA6-8572-2445-BBD2-5F348C0CE5F0}" destId="{B0448710-1219-9342-B7AD-3D700D482DBD}" srcOrd="31" destOrd="0" presId="urn:microsoft.com/office/officeart/2005/8/layout/default"/>
    <dgm:cxn modelId="{C81A8657-781C-F04E-9583-0E0F7193619D}" type="presParOf" srcId="{C038DAA6-8572-2445-BBD2-5F348C0CE5F0}" destId="{02DAAB77-73B7-EC4F-9B78-A9DCC4366B61}" srcOrd="3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BFC341B4-5DE3-41EE-857F-6F565DC82EF4}" type="doc">
      <dgm:prSet loTypeId="urn:microsoft.com/office/officeart/2005/8/layout/process5" loCatId="process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D48B1CCA-DD94-4ED1-90B0-E702BD5B87C2}">
      <dgm:prSet/>
      <dgm:spPr/>
      <dgm:t>
        <a:bodyPr/>
        <a:lstStyle/>
        <a:p>
          <a:r>
            <a:rPr lang="en-IN" b="1"/>
            <a:t>Identified Risks</a:t>
          </a:r>
          <a:endParaRPr lang="en-US"/>
        </a:p>
      </dgm:t>
    </dgm:pt>
    <dgm:pt modelId="{A24CD37B-E696-4B63-8EC6-F4C416D0E333}" type="parTrans" cxnId="{CE255283-8CA5-428C-B200-A9BF1201F38B}">
      <dgm:prSet/>
      <dgm:spPr/>
      <dgm:t>
        <a:bodyPr/>
        <a:lstStyle/>
        <a:p>
          <a:endParaRPr lang="en-US"/>
        </a:p>
      </dgm:t>
    </dgm:pt>
    <dgm:pt modelId="{7F6BB8F6-A0BB-4AC6-815C-C81AC7D8D754}" type="sibTrans" cxnId="{CE255283-8CA5-428C-B200-A9BF1201F38B}">
      <dgm:prSet/>
      <dgm:spPr/>
      <dgm:t>
        <a:bodyPr/>
        <a:lstStyle/>
        <a:p>
          <a:endParaRPr lang="en-US"/>
        </a:p>
      </dgm:t>
    </dgm:pt>
    <dgm:pt modelId="{8D69E6A8-DC7A-400E-8407-EB5D7C9E3A91}">
      <dgm:prSet/>
      <dgm:spPr/>
      <dgm:t>
        <a:bodyPr/>
        <a:lstStyle/>
        <a:p>
          <a:r>
            <a:rPr lang="en-IN"/>
            <a:t>API rate limit exceedance</a:t>
          </a:r>
          <a:endParaRPr lang="en-US"/>
        </a:p>
      </dgm:t>
    </dgm:pt>
    <dgm:pt modelId="{78D1C4B2-C510-455B-AD83-59D296E45732}" type="parTrans" cxnId="{19E20D6D-0603-44D5-8CAB-84914AE7E494}">
      <dgm:prSet/>
      <dgm:spPr/>
      <dgm:t>
        <a:bodyPr/>
        <a:lstStyle/>
        <a:p>
          <a:endParaRPr lang="en-US"/>
        </a:p>
      </dgm:t>
    </dgm:pt>
    <dgm:pt modelId="{A953EAC9-0E36-478A-B829-F09B92191A06}" type="sibTrans" cxnId="{19E20D6D-0603-44D5-8CAB-84914AE7E494}">
      <dgm:prSet/>
      <dgm:spPr/>
      <dgm:t>
        <a:bodyPr/>
        <a:lstStyle/>
        <a:p>
          <a:endParaRPr lang="en-US"/>
        </a:p>
      </dgm:t>
    </dgm:pt>
    <dgm:pt modelId="{38B52509-F947-4773-90DD-30BE764D3942}">
      <dgm:prSet/>
      <dgm:spPr/>
      <dgm:t>
        <a:bodyPr/>
        <a:lstStyle/>
        <a:p>
          <a:r>
            <a:rPr lang="en-IN"/>
            <a:t>External API downtime</a:t>
          </a:r>
          <a:endParaRPr lang="en-US"/>
        </a:p>
      </dgm:t>
    </dgm:pt>
    <dgm:pt modelId="{BA59F82E-0E3D-4A25-9DDB-23EA7D205A3F}" type="parTrans" cxnId="{0FF6DA36-D8F1-4705-B961-ACAAD08D91AD}">
      <dgm:prSet/>
      <dgm:spPr/>
      <dgm:t>
        <a:bodyPr/>
        <a:lstStyle/>
        <a:p>
          <a:endParaRPr lang="en-US"/>
        </a:p>
      </dgm:t>
    </dgm:pt>
    <dgm:pt modelId="{649B3565-C897-47A0-836F-4CF950263539}" type="sibTrans" cxnId="{0FF6DA36-D8F1-4705-B961-ACAAD08D91AD}">
      <dgm:prSet/>
      <dgm:spPr/>
      <dgm:t>
        <a:bodyPr/>
        <a:lstStyle/>
        <a:p>
          <a:endParaRPr lang="en-US"/>
        </a:p>
      </dgm:t>
    </dgm:pt>
    <dgm:pt modelId="{7EFAA684-7130-41A7-A10F-156ADFF91481}">
      <dgm:prSet/>
      <dgm:spPr/>
      <dgm:t>
        <a:bodyPr/>
        <a:lstStyle/>
        <a:p>
          <a:r>
            <a:rPr lang="en-IN"/>
            <a:t>Security vulnerabilities</a:t>
          </a:r>
          <a:endParaRPr lang="en-US"/>
        </a:p>
      </dgm:t>
    </dgm:pt>
    <dgm:pt modelId="{F3C7ACFD-EDF0-4E59-A007-44ADA771D35C}" type="parTrans" cxnId="{90459B75-1F02-47E1-959C-F21B25D3F27E}">
      <dgm:prSet/>
      <dgm:spPr/>
      <dgm:t>
        <a:bodyPr/>
        <a:lstStyle/>
        <a:p>
          <a:endParaRPr lang="en-US"/>
        </a:p>
      </dgm:t>
    </dgm:pt>
    <dgm:pt modelId="{22F7E3BD-A3C5-441B-8ADB-46DB6698420B}" type="sibTrans" cxnId="{90459B75-1F02-47E1-959C-F21B25D3F27E}">
      <dgm:prSet/>
      <dgm:spPr/>
      <dgm:t>
        <a:bodyPr/>
        <a:lstStyle/>
        <a:p>
          <a:endParaRPr lang="en-US"/>
        </a:p>
      </dgm:t>
    </dgm:pt>
    <dgm:pt modelId="{55229833-2101-4184-B353-7ED56E971399}">
      <dgm:prSet/>
      <dgm:spPr/>
      <dgm:t>
        <a:bodyPr/>
        <a:lstStyle/>
        <a:p>
          <a:r>
            <a:rPr lang="en-IN"/>
            <a:t>Unauthorized access attempts</a:t>
          </a:r>
          <a:endParaRPr lang="en-US"/>
        </a:p>
      </dgm:t>
    </dgm:pt>
    <dgm:pt modelId="{C44F1CDE-60E7-4D56-9400-6B6D17C774FB}" type="parTrans" cxnId="{B79230C2-C79F-471B-A018-447D9A4601D5}">
      <dgm:prSet/>
      <dgm:spPr/>
      <dgm:t>
        <a:bodyPr/>
        <a:lstStyle/>
        <a:p>
          <a:endParaRPr lang="en-US"/>
        </a:p>
      </dgm:t>
    </dgm:pt>
    <dgm:pt modelId="{2AD6E7AB-00AA-49BB-8968-8C38D3E3CA1D}" type="sibTrans" cxnId="{B79230C2-C79F-471B-A018-447D9A4601D5}">
      <dgm:prSet/>
      <dgm:spPr/>
      <dgm:t>
        <a:bodyPr/>
        <a:lstStyle/>
        <a:p>
          <a:endParaRPr lang="en-US"/>
        </a:p>
      </dgm:t>
    </dgm:pt>
    <dgm:pt modelId="{553188D3-7E4B-4831-97F1-38C2409A68BB}">
      <dgm:prSet/>
      <dgm:spPr/>
      <dgm:t>
        <a:bodyPr/>
        <a:lstStyle/>
        <a:p>
          <a:r>
            <a:rPr lang="en-IN"/>
            <a:t>Data inconsistency</a:t>
          </a:r>
          <a:endParaRPr lang="en-US"/>
        </a:p>
      </dgm:t>
    </dgm:pt>
    <dgm:pt modelId="{64732CF5-83F8-4B43-BBEA-F8980C6DB76B}" type="parTrans" cxnId="{CAA0CCCA-E2AB-4E03-B280-B21DACA9EB29}">
      <dgm:prSet/>
      <dgm:spPr/>
      <dgm:t>
        <a:bodyPr/>
        <a:lstStyle/>
        <a:p>
          <a:endParaRPr lang="en-US"/>
        </a:p>
      </dgm:t>
    </dgm:pt>
    <dgm:pt modelId="{FCEEE16B-B3A4-42B8-9844-8840625CFF0A}" type="sibTrans" cxnId="{CAA0CCCA-E2AB-4E03-B280-B21DACA9EB29}">
      <dgm:prSet/>
      <dgm:spPr/>
      <dgm:t>
        <a:bodyPr/>
        <a:lstStyle/>
        <a:p>
          <a:endParaRPr lang="en-US"/>
        </a:p>
      </dgm:t>
    </dgm:pt>
    <dgm:pt modelId="{4FFC09CA-2719-4BF7-80B1-BAE7FDDC5B7F}">
      <dgm:prSet/>
      <dgm:spPr/>
      <dgm:t>
        <a:bodyPr/>
        <a:lstStyle/>
        <a:p>
          <a:r>
            <a:rPr lang="en-IN" b="1"/>
            <a:t>Mitigation Strategies</a:t>
          </a:r>
          <a:endParaRPr lang="en-US"/>
        </a:p>
      </dgm:t>
    </dgm:pt>
    <dgm:pt modelId="{C82B97E4-D953-42B6-92A2-B65B944512FB}" type="parTrans" cxnId="{88437987-62CC-4788-9A32-49C549201753}">
      <dgm:prSet/>
      <dgm:spPr/>
      <dgm:t>
        <a:bodyPr/>
        <a:lstStyle/>
        <a:p>
          <a:endParaRPr lang="en-US"/>
        </a:p>
      </dgm:t>
    </dgm:pt>
    <dgm:pt modelId="{E907973B-95CF-4728-8D7E-EBA3011A7BE1}" type="sibTrans" cxnId="{88437987-62CC-4788-9A32-49C549201753}">
      <dgm:prSet/>
      <dgm:spPr/>
      <dgm:t>
        <a:bodyPr/>
        <a:lstStyle/>
        <a:p>
          <a:endParaRPr lang="en-US"/>
        </a:p>
      </dgm:t>
    </dgm:pt>
    <dgm:pt modelId="{D20862FB-7C81-43A4-9DEF-ABBD20C2271D}">
      <dgm:prSet/>
      <dgm:spPr/>
      <dgm:t>
        <a:bodyPr/>
        <a:lstStyle/>
        <a:p>
          <a:r>
            <a:rPr lang="en-IN"/>
            <a:t>Tenacity retry logic</a:t>
          </a:r>
          <a:endParaRPr lang="en-US"/>
        </a:p>
      </dgm:t>
    </dgm:pt>
    <dgm:pt modelId="{E8D0CF18-ACD6-44F1-9212-8EC18EDDBA5C}" type="parTrans" cxnId="{4D51E134-4792-4C2A-9671-C51B27197E2D}">
      <dgm:prSet/>
      <dgm:spPr/>
      <dgm:t>
        <a:bodyPr/>
        <a:lstStyle/>
        <a:p>
          <a:endParaRPr lang="en-US"/>
        </a:p>
      </dgm:t>
    </dgm:pt>
    <dgm:pt modelId="{AD9CF4D8-78A2-41B6-9613-85CAE6CB67B7}" type="sibTrans" cxnId="{4D51E134-4792-4C2A-9671-C51B27197E2D}">
      <dgm:prSet/>
      <dgm:spPr/>
      <dgm:t>
        <a:bodyPr/>
        <a:lstStyle/>
        <a:p>
          <a:endParaRPr lang="en-US"/>
        </a:p>
      </dgm:t>
    </dgm:pt>
    <dgm:pt modelId="{D42C9AD8-8104-40CF-9BA8-43EB91447FD2}">
      <dgm:prSet/>
      <dgm:spPr/>
      <dgm:t>
        <a:bodyPr/>
        <a:lstStyle/>
        <a:p>
          <a:r>
            <a:rPr lang="en-IN"/>
            <a:t>Cached trailer keys</a:t>
          </a:r>
          <a:endParaRPr lang="en-US"/>
        </a:p>
      </dgm:t>
    </dgm:pt>
    <dgm:pt modelId="{5CDDFB98-40CD-4718-AC58-B0B46180A8B4}" type="parTrans" cxnId="{0A83DDDC-21A6-4D7B-B14E-E63D372BA39B}">
      <dgm:prSet/>
      <dgm:spPr/>
      <dgm:t>
        <a:bodyPr/>
        <a:lstStyle/>
        <a:p>
          <a:endParaRPr lang="en-US"/>
        </a:p>
      </dgm:t>
    </dgm:pt>
    <dgm:pt modelId="{C7D7FDAF-67D5-4565-AF65-6E08D6E7E470}" type="sibTrans" cxnId="{0A83DDDC-21A6-4D7B-B14E-E63D372BA39B}">
      <dgm:prSet/>
      <dgm:spPr/>
      <dgm:t>
        <a:bodyPr/>
        <a:lstStyle/>
        <a:p>
          <a:endParaRPr lang="en-US"/>
        </a:p>
      </dgm:t>
    </dgm:pt>
    <dgm:pt modelId="{5BF58EB6-4064-47BE-BA6B-A78F0851E210}">
      <dgm:prSet/>
      <dgm:spPr/>
      <dgm:t>
        <a:bodyPr/>
        <a:lstStyle/>
        <a:p>
          <a:r>
            <a:rPr lang="en-IN"/>
            <a:t>Environment variable management</a:t>
          </a:r>
          <a:endParaRPr lang="en-US"/>
        </a:p>
      </dgm:t>
    </dgm:pt>
    <dgm:pt modelId="{0BB6A0AE-595A-414D-A008-286D1800D0B3}" type="parTrans" cxnId="{C2ED42E6-BC27-43A4-95BB-71FFF1FBB1CE}">
      <dgm:prSet/>
      <dgm:spPr/>
      <dgm:t>
        <a:bodyPr/>
        <a:lstStyle/>
        <a:p>
          <a:endParaRPr lang="en-US"/>
        </a:p>
      </dgm:t>
    </dgm:pt>
    <dgm:pt modelId="{7F0E6DFE-357F-427F-937D-B9ACE5388136}" type="sibTrans" cxnId="{C2ED42E6-BC27-43A4-95BB-71FFF1FBB1CE}">
      <dgm:prSet/>
      <dgm:spPr/>
      <dgm:t>
        <a:bodyPr/>
        <a:lstStyle/>
        <a:p>
          <a:endParaRPr lang="en-US"/>
        </a:p>
      </dgm:t>
    </dgm:pt>
    <dgm:pt modelId="{13A9F62F-6914-49E1-B89B-5EF61C5C4E4C}">
      <dgm:prSet/>
      <dgm:spPr/>
      <dgm:t>
        <a:bodyPr/>
        <a:lstStyle/>
        <a:p>
          <a:r>
            <a:rPr lang="en-IN"/>
            <a:t>Django security middleware</a:t>
          </a:r>
          <a:endParaRPr lang="en-US"/>
        </a:p>
      </dgm:t>
    </dgm:pt>
    <dgm:pt modelId="{5167AA42-C180-4F56-950F-80E59E5186D9}" type="parTrans" cxnId="{364F0268-F310-4529-AFEF-29644C10334D}">
      <dgm:prSet/>
      <dgm:spPr/>
      <dgm:t>
        <a:bodyPr/>
        <a:lstStyle/>
        <a:p>
          <a:endParaRPr lang="en-US"/>
        </a:p>
      </dgm:t>
    </dgm:pt>
    <dgm:pt modelId="{D6C4D5C0-2DF3-4111-95D8-B336B03B78C5}" type="sibTrans" cxnId="{364F0268-F310-4529-AFEF-29644C10334D}">
      <dgm:prSet/>
      <dgm:spPr/>
      <dgm:t>
        <a:bodyPr/>
        <a:lstStyle/>
        <a:p>
          <a:endParaRPr lang="en-US"/>
        </a:p>
      </dgm:t>
    </dgm:pt>
    <dgm:pt modelId="{2653B7EE-865B-4DBA-9CCC-E06E6E4C8F6A}">
      <dgm:prSet/>
      <dgm:spPr/>
      <dgm:t>
        <a:bodyPr/>
        <a:lstStyle/>
        <a:p>
          <a:r>
            <a:rPr lang="en-IN"/>
            <a:t>Unique constraints in database</a:t>
          </a:r>
          <a:endParaRPr lang="en-US"/>
        </a:p>
      </dgm:t>
    </dgm:pt>
    <dgm:pt modelId="{0872B06B-8BC7-48D1-ACD8-9AF48DC5A2E7}" type="parTrans" cxnId="{E1DBF50A-28A5-438E-8CCB-C0CCEB0CF687}">
      <dgm:prSet/>
      <dgm:spPr/>
      <dgm:t>
        <a:bodyPr/>
        <a:lstStyle/>
        <a:p>
          <a:endParaRPr lang="en-US"/>
        </a:p>
      </dgm:t>
    </dgm:pt>
    <dgm:pt modelId="{02FAC1CF-2C9E-43D1-8229-A8F5A75EF0E5}" type="sibTrans" cxnId="{E1DBF50A-28A5-438E-8CCB-C0CCEB0CF687}">
      <dgm:prSet/>
      <dgm:spPr/>
      <dgm:t>
        <a:bodyPr/>
        <a:lstStyle/>
        <a:p>
          <a:endParaRPr lang="en-US"/>
        </a:p>
      </dgm:t>
    </dgm:pt>
    <dgm:pt modelId="{D30DF5F9-4D0C-461D-8AA3-9A20328DD3FB}">
      <dgm:prSet/>
      <dgm:spPr/>
      <dgm:t>
        <a:bodyPr/>
        <a:lstStyle/>
        <a:p>
          <a:r>
            <a:rPr lang="en-IN" b="1"/>
            <a:t>Compliance Considerations</a:t>
          </a:r>
          <a:endParaRPr lang="en-US"/>
        </a:p>
      </dgm:t>
    </dgm:pt>
    <dgm:pt modelId="{7E093213-47C5-4788-B373-5754246E6350}" type="parTrans" cxnId="{68FDFAE5-4EEE-4367-9FB6-D42532C4A677}">
      <dgm:prSet/>
      <dgm:spPr/>
      <dgm:t>
        <a:bodyPr/>
        <a:lstStyle/>
        <a:p>
          <a:endParaRPr lang="en-US"/>
        </a:p>
      </dgm:t>
    </dgm:pt>
    <dgm:pt modelId="{3E5FF71F-40C5-42D9-8113-9FB381BCBEAA}" type="sibTrans" cxnId="{68FDFAE5-4EEE-4367-9FB6-D42532C4A677}">
      <dgm:prSet/>
      <dgm:spPr/>
      <dgm:t>
        <a:bodyPr/>
        <a:lstStyle/>
        <a:p>
          <a:endParaRPr lang="en-US"/>
        </a:p>
      </dgm:t>
    </dgm:pt>
    <dgm:pt modelId="{D49EA04A-58F4-4AEB-9FB3-E861A4024CA4}">
      <dgm:prSet/>
      <dgm:spPr/>
      <dgm:t>
        <a:bodyPr/>
        <a:lstStyle/>
        <a:p>
          <a:r>
            <a:rPr lang="en-IN"/>
            <a:t>API usage within quota limits</a:t>
          </a:r>
          <a:endParaRPr lang="en-US"/>
        </a:p>
      </dgm:t>
    </dgm:pt>
    <dgm:pt modelId="{A722F26C-A956-4C1C-80E2-5C2CB399C546}" type="parTrans" cxnId="{C173BC8E-9C38-428D-9418-48F1322C99D5}">
      <dgm:prSet/>
      <dgm:spPr/>
      <dgm:t>
        <a:bodyPr/>
        <a:lstStyle/>
        <a:p>
          <a:endParaRPr lang="en-US"/>
        </a:p>
      </dgm:t>
    </dgm:pt>
    <dgm:pt modelId="{BA785791-B7BC-4496-AE67-D4CDAE2E001B}" type="sibTrans" cxnId="{C173BC8E-9C38-428D-9418-48F1322C99D5}">
      <dgm:prSet/>
      <dgm:spPr/>
      <dgm:t>
        <a:bodyPr/>
        <a:lstStyle/>
        <a:p>
          <a:endParaRPr lang="en-US"/>
        </a:p>
      </dgm:t>
    </dgm:pt>
    <dgm:pt modelId="{85D7DD08-CF2B-4032-BC78-09D8D511DF8C}">
      <dgm:prSet/>
      <dgm:spPr/>
      <dgm:t>
        <a:bodyPr/>
        <a:lstStyle/>
        <a:p>
          <a:r>
            <a:rPr lang="en-IN"/>
            <a:t>Secure password storage (hashed)</a:t>
          </a:r>
          <a:endParaRPr lang="en-US"/>
        </a:p>
      </dgm:t>
    </dgm:pt>
    <dgm:pt modelId="{AD6F3573-A846-47C7-B7D3-356100AA8367}" type="parTrans" cxnId="{2B19DAD6-4CCA-4843-831E-EBFE1D1F7517}">
      <dgm:prSet/>
      <dgm:spPr/>
      <dgm:t>
        <a:bodyPr/>
        <a:lstStyle/>
        <a:p>
          <a:endParaRPr lang="en-US"/>
        </a:p>
      </dgm:t>
    </dgm:pt>
    <dgm:pt modelId="{811B911D-A88D-4261-B268-8C337873609F}" type="sibTrans" cxnId="{2B19DAD6-4CCA-4843-831E-EBFE1D1F7517}">
      <dgm:prSet/>
      <dgm:spPr/>
      <dgm:t>
        <a:bodyPr/>
        <a:lstStyle/>
        <a:p>
          <a:endParaRPr lang="en-US"/>
        </a:p>
      </dgm:t>
    </dgm:pt>
    <dgm:pt modelId="{1DE543F6-5CF8-4813-93F0-6189FA4827A8}">
      <dgm:prSet/>
      <dgm:spPr/>
      <dgm:t>
        <a:bodyPr/>
        <a:lstStyle/>
        <a:p>
          <a:r>
            <a:rPr lang="en-IN"/>
            <a:t>Access control enforcement</a:t>
          </a:r>
          <a:endParaRPr lang="en-US"/>
        </a:p>
      </dgm:t>
    </dgm:pt>
    <dgm:pt modelId="{6C071502-7A85-4DC6-A91E-3E7C451A04B3}" type="parTrans" cxnId="{E37E8540-43B3-4FF4-857B-2F91A95AF947}">
      <dgm:prSet/>
      <dgm:spPr/>
      <dgm:t>
        <a:bodyPr/>
        <a:lstStyle/>
        <a:p>
          <a:endParaRPr lang="en-US"/>
        </a:p>
      </dgm:t>
    </dgm:pt>
    <dgm:pt modelId="{36739F6C-5CA6-4113-AEDB-B78F6878A406}" type="sibTrans" cxnId="{E37E8540-43B3-4FF4-857B-2F91A95AF947}">
      <dgm:prSet/>
      <dgm:spPr/>
      <dgm:t>
        <a:bodyPr/>
        <a:lstStyle/>
        <a:p>
          <a:endParaRPr lang="en-US"/>
        </a:p>
      </dgm:t>
    </dgm:pt>
    <dgm:pt modelId="{2BFC44DD-39C8-4EAE-8981-101FC9E28341}">
      <dgm:prSet/>
      <dgm:spPr/>
      <dgm:t>
        <a:bodyPr/>
        <a:lstStyle/>
        <a:p>
          <a:r>
            <a:rPr lang="en-IN"/>
            <a:t>Safe HTTP methods for actions</a:t>
          </a:r>
          <a:endParaRPr lang="en-US"/>
        </a:p>
      </dgm:t>
    </dgm:pt>
    <dgm:pt modelId="{40F1462D-82C6-41CF-BD7F-EC3D99BDB769}" type="parTrans" cxnId="{32ABEE16-C479-4DFF-9FEB-881DB9B26AB4}">
      <dgm:prSet/>
      <dgm:spPr/>
      <dgm:t>
        <a:bodyPr/>
        <a:lstStyle/>
        <a:p>
          <a:endParaRPr lang="en-US"/>
        </a:p>
      </dgm:t>
    </dgm:pt>
    <dgm:pt modelId="{9A950D63-7AA0-45B4-96C0-19B69C314C41}" type="sibTrans" cxnId="{32ABEE16-C479-4DFF-9FEB-881DB9B26AB4}">
      <dgm:prSet/>
      <dgm:spPr/>
      <dgm:t>
        <a:bodyPr/>
        <a:lstStyle/>
        <a:p>
          <a:endParaRPr lang="en-US"/>
        </a:p>
      </dgm:t>
    </dgm:pt>
    <dgm:pt modelId="{DA02C17A-4125-6946-A9A1-E105C8EAE8C7}" type="pres">
      <dgm:prSet presAssocID="{BFC341B4-5DE3-41EE-857F-6F565DC82EF4}" presName="diagram" presStyleCnt="0">
        <dgm:presLayoutVars>
          <dgm:dir/>
          <dgm:resizeHandles val="exact"/>
        </dgm:presLayoutVars>
      </dgm:prSet>
      <dgm:spPr/>
    </dgm:pt>
    <dgm:pt modelId="{D68DD2DC-AB1B-5248-A946-76EB32C44921}" type="pres">
      <dgm:prSet presAssocID="{D48B1CCA-DD94-4ED1-90B0-E702BD5B87C2}" presName="node" presStyleLbl="node1" presStyleIdx="0" presStyleCnt="17">
        <dgm:presLayoutVars>
          <dgm:bulletEnabled val="1"/>
        </dgm:presLayoutVars>
      </dgm:prSet>
      <dgm:spPr/>
    </dgm:pt>
    <dgm:pt modelId="{30620BB4-73C3-B74E-89F9-2591BB5C60C8}" type="pres">
      <dgm:prSet presAssocID="{7F6BB8F6-A0BB-4AC6-815C-C81AC7D8D754}" presName="sibTrans" presStyleLbl="sibTrans2D1" presStyleIdx="0" presStyleCnt="16"/>
      <dgm:spPr/>
    </dgm:pt>
    <dgm:pt modelId="{579CEE45-03FF-A648-B8C2-FF768E874C03}" type="pres">
      <dgm:prSet presAssocID="{7F6BB8F6-A0BB-4AC6-815C-C81AC7D8D754}" presName="connectorText" presStyleLbl="sibTrans2D1" presStyleIdx="0" presStyleCnt="16"/>
      <dgm:spPr/>
    </dgm:pt>
    <dgm:pt modelId="{E688D8AF-A877-8246-B6F6-20A7652B898B}" type="pres">
      <dgm:prSet presAssocID="{8D69E6A8-DC7A-400E-8407-EB5D7C9E3A91}" presName="node" presStyleLbl="node1" presStyleIdx="1" presStyleCnt="17">
        <dgm:presLayoutVars>
          <dgm:bulletEnabled val="1"/>
        </dgm:presLayoutVars>
      </dgm:prSet>
      <dgm:spPr/>
    </dgm:pt>
    <dgm:pt modelId="{E2579C31-BB62-5146-BD27-0815E841C287}" type="pres">
      <dgm:prSet presAssocID="{A953EAC9-0E36-478A-B829-F09B92191A06}" presName="sibTrans" presStyleLbl="sibTrans2D1" presStyleIdx="1" presStyleCnt="16"/>
      <dgm:spPr/>
    </dgm:pt>
    <dgm:pt modelId="{69FECE01-11B5-974E-8671-05A6121D9F06}" type="pres">
      <dgm:prSet presAssocID="{A953EAC9-0E36-478A-B829-F09B92191A06}" presName="connectorText" presStyleLbl="sibTrans2D1" presStyleIdx="1" presStyleCnt="16"/>
      <dgm:spPr/>
    </dgm:pt>
    <dgm:pt modelId="{A6BA4792-03E9-C74C-BFFA-18D3C806CF53}" type="pres">
      <dgm:prSet presAssocID="{38B52509-F947-4773-90DD-30BE764D3942}" presName="node" presStyleLbl="node1" presStyleIdx="2" presStyleCnt="17">
        <dgm:presLayoutVars>
          <dgm:bulletEnabled val="1"/>
        </dgm:presLayoutVars>
      </dgm:prSet>
      <dgm:spPr/>
    </dgm:pt>
    <dgm:pt modelId="{3C7FE012-0F8E-B24A-806B-2403CC19F18A}" type="pres">
      <dgm:prSet presAssocID="{649B3565-C897-47A0-836F-4CF950263539}" presName="sibTrans" presStyleLbl="sibTrans2D1" presStyleIdx="2" presStyleCnt="16"/>
      <dgm:spPr/>
    </dgm:pt>
    <dgm:pt modelId="{7B25A2EA-1768-9341-92D4-9D34879E7C5E}" type="pres">
      <dgm:prSet presAssocID="{649B3565-C897-47A0-836F-4CF950263539}" presName="connectorText" presStyleLbl="sibTrans2D1" presStyleIdx="2" presStyleCnt="16"/>
      <dgm:spPr/>
    </dgm:pt>
    <dgm:pt modelId="{6E0EB7A5-4502-2A46-B7A8-635FA17D0070}" type="pres">
      <dgm:prSet presAssocID="{7EFAA684-7130-41A7-A10F-156ADFF91481}" presName="node" presStyleLbl="node1" presStyleIdx="3" presStyleCnt="17">
        <dgm:presLayoutVars>
          <dgm:bulletEnabled val="1"/>
        </dgm:presLayoutVars>
      </dgm:prSet>
      <dgm:spPr/>
    </dgm:pt>
    <dgm:pt modelId="{C9723120-2887-FA49-B424-F8ACFD2F42D3}" type="pres">
      <dgm:prSet presAssocID="{22F7E3BD-A3C5-441B-8ADB-46DB6698420B}" presName="sibTrans" presStyleLbl="sibTrans2D1" presStyleIdx="3" presStyleCnt="16"/>
      <dgm:spPr/>
    </dgm:pt>
    <dgm:pt modelId="{80483C4B-35B9-1E48-BF72-F031736AC008}" type="pres">
      <dgm:prSet presAssocID="{22F7E3BD-A3C5-441B-8ADB-46DB6698420B}" presName="connectorText" presStyleLbl="sibTrans2D1" presStyleIdx="3" presStyleCnt="16"/>
      <dgm:spPr/>
    </dgm:pt>
    <dgm:pt modelId="{36E808D5-504C-F44D-AE60-A3A86EDE0286}" type="pres">
      <dgm:prSet presAssocID="{55229833-2101-4184-B353-7ED56E971399}" presName="node" presStyleLbl="node1" presStyleIdx="4" presStyleCnt="17">
        <dgm:presLayoutVars>
          <dgm:bulletEnabled val="1"/>
        </dgm:presLayoutVars>
      </dgm:prSet>
      <dgm:spPr/>
    </dgm:pt>
    <dgm:pt modelId="{B1F8BC07-24AE-0644-BD27-E892C83B59FA}" type="pres">
      <dgm:prSet presAssocID="{2AD6E7AB-00AA-49BB-8968-8C38D3E3CA1D}" presName="sibTrans" presStyleLbl="sibTrans2D1" presStyleIdx="4" presStyleCnt="16"/>
      <dgm:spPr/>
    </dgm:pt>
    <dgm:pt modelId="{304EFE6B-294C-484B-B2CC-B49C2B3B061F}" type="pres">
      <dgm:prSet presAssocID="{2AD6E7AB-00AA-49BB-8968-8C38D3E3CA1D}" presName="connectorText" presStyleLbl="sibTrans2D1" presStyleIdx="4" presStyleCnt="16"/>
      <dgm:spPr/>
    </dgm:pt>
    <dgm:pt modelId="{EB0D1458-A7EC-2045-B91E-83A99F3BD9AB}" type="pres">
      <dgm:prSet presAssocID="{553188D3-7E4B-4831-97F1-38C2409A68BB}" presName="node" presStyleLbl="node1" presStyleIdx="5" presStyleCnt="17">
        <dgm:presLayoutVars>
          <dgm:bulletEnabled val="1"/>
        </dgm:presLayoutVars>
      </dgm:prSet>
      <dgm:spPr/>
    </dgm:pt>
    <dgm:pt modelId="{9A396F2F-62EA-DF4C-9FC2-BF053B26BE30}" type="pres">
      <dgm:prSet presAssocID="{FCEEE16B-B3A4-42B8-9844-8840625CFF0A}" presName="sibTrans" presStyleLbl="sibTrans2D1" presStyleIdx="5" presStyleCnt="16"/>
      <dgm:spPr/>
    </dgm:pt>
    <dgm:pt modelId="{8917FADF-6F1A-F940-9C9D-188921D236FC}" type="pres">
      <dgm:prSet presAssocID="{FCEEE16B-B3A4-42B8-9844-8840625CFF0A}" presName="connectorText" presStyleLbl="sibTrans2D1" presStyleIdx="5" presStyleCnt="16"/>
      <dgm:spPr/>
    </dgm:pt>
    <dgm:pt modelId="{9784B8A4-EA75-8A42-8EFB-8DCBAB633E13}" type="pres">
      <dgm:prSet presAssocID="{4FFC09CA-2719-4BF7-80B1-BAE7FDDC5B7F}" presName="node" presStyleLbl="node1" presStyleIdx="6" presStyleCnt="17">
        <dgm:presLayoutVars>
          <dgm:bulletEnabled val="1"/>
        </dgm:presLayoutVars>
      </dgm:prSet>
      <dgm:spPr/>
    </dgm:pt>
    <dgm:pt modelId="{36352FFC-8B01-1B43-B04A-0F64B0F3F184}" type="pres">
      <dgm:prSet presAssocID="{E907973B-95CF-4728-8D7E-EBA3011A7BE1}" presName="sibTrans" presStyleLbl="sibTrans2D1" presStyleIdx="6" presStyleCnt="16"/>
      <dgm:spPr/>
    </dgm:pt>
    <dgm:pt modelId="{3EF3F8DF-96C3-794B-A19B-72F3B1C666C3}" type="pres">
      <dgm:prSet presAssocID="{E907973B-95CF-4728-8D7E-EBA3011A7BE1}" presName="connectorText" presStyleLbl="sibTrans2D1" presStyleIdx="6" presStyleCnt="16"/>
      <dgm:spPr/>
    </dgm:pt>
    <dgm:pt modelId="{67C6C3A4-2690-4847-B538-2FF63D267AB9}" type="pres">
      <dgm:prSet presAssocID="{D20862FB-7C81-43A4-9DEF-ABBD20C2271D}" presName="node" presStyleLbl="node1" presStyleIdx="7" presStyleCnt="17">
        <dgm:presLayoutVars>
          <dgm:bulletEnabled val="1"/>
        </dgm:presLayoutVars>
      </dgm:prSet>
      <dgm:spPr/>
    </dgm:pt>
    <dgm:pt modelId="{481EA340-D5FD-2645-B271-E03F55CE93F4}" type="pres">
      <dgm:prSet presAssocID="{AD9CF4D8-78A2-41B6-9613-85CAE6CB67B7}" presName="sibTrans" presStyleLbl="sibTrans2D1" presStyleIdx="7" presStyleCnt="16"/>
      <dgm:spPr/>
    </dgm:pt>
    <dgm:pt modelId="{813F5692-F939-594D-9091-F27C34549C71}" type="pres">
      <dgm:prSet presAssocID="{AD9CF4D8-78A2-41B6-9613-85CAE6CB67B7}" presName="connectorText" presStyleLbl="sibTrans2D1" presStyleIdx="7" presStyleCnt="16"/>
      <dgm:spPr/>
    </dgm:pt>
    <dgm:pt modelId="{30CC0F15-9ABB-954B-B088-3EDCD4F145CC}" type="pres">
      <dgm:prSet presAssocID="{D42C9AD8-8104-40CF-9BA8-43EB91447FD2}" presName="node" presStyleLbl="node1" presStyleIdx="8" presStyleCnt="17">
        <dgm:presLayoutVars>
          <dgm:bulletEnabled val="1"/>
        </dgm:presLayoutVars>
      </dgm:prSet>
      <dgm:spPr/>
    </dgm:pt>
    <dgm:pt modelId="{B70B5879-C153-C941-8820-A4E612ACA32C}" type="pres">
      <dgm:prSet presAssocID="{C7D7FDAF-67D5-4565-AF65-6E08D6E7E470}" presName="sibTrans" presStyleLbl="sibTrans2D1" presStyleIdx="8" presStyleCnt="16"/>
      <dgm:spPr/>
    </dgm:pt>
    <dgm:pt modelId="{25A4C591-5865-F54B-AFE9-AA26CC11BAD1}" type="pres">
      <dgm:prSet presAssocID="{C7D7FDAF-67D5-4565-AF65-6E08D6E7E470}" presName="connectorText" presStyleLbl="sibTrans2D1" presStyleIdx="8" presStyleCnt="16"/>
      <dgm:spPr/>
    </dgm:pt>
    <dgm:pt modelId="{3FCAA064-192E-744E-82F4-1A2C10DAFD88}" type="pres">
      <dgm:prSet presAssocID="{5BF58EB6-4064-47BE-BA6B-A78F0851E210}" presName="node" presStyleLbl="node1" presStyleIdx="9" presStyleCnt="17">
        <dgm:presLayoutVars>
          <dgm:bulletEnabled val="1"/>
        </dgm:presLayoutVars>
      </dgm:prSet>
      <dgm:spPr/>
    </dgm:pt>
    <dgm:pt modelId="{F956C9D6-D47D-F34D-B2B7-52CFB7F92754}" type="pres">
      <dgm:prSet presAssocID="{7F0E6DFE-357F-427F-937D-B9ACE5388136}" presName="sibTrans" presStyleLbl="sibTrans2D1" presStyleIdx="9" presStyleCnt="16"/>
      <dgm:spPr/>
    </dgm:pt>
    <dgm:pt modelId="{1B4FD3B4-808E-0244-9560-30012C321B4D}" type="pres">
      <dgm:prSet presAssocID="{7F0E6DFE-357F-427F-937D-B9ACE5388136}" presName="connectorText" presStyleLbl="sibTrans2D1" presStyleIdx="9" presStyleCnt="16"/>
      <dgm:spPr/>
    </dgm:pt>
    <dgm:pt modelId="{C95D3E68-2A94-964C-851E-E07C7A878510}" type="pres">
      <dgm:prSet presAssocID="{13A9F62F-6914-49E1-B89B-5EF61C5C4E4C}" presName="node" presStyleLbl="node1" presStyleIdx="10" presStyleCnt="17">
        <dgm:presLayoutVars>
          <dgm:bulletEnabled val="1"/>
        </dgm:presLayoutVars>
      </dgm:prSet>
      <dgm:spPr/>
    </dgm:pt>
    <dgm:pt modelId="{FE020045-E811-1741-A661-F4C161637A12}" type="pres">
      <dgm:prSet presAssocID="{D6C4D5C0-2DF3-4111-95D8-B336B03B78C5}" presName="sibTrans" presStyleLbl="sibTrans2D1" presStyleIdx="10" presStyleCnt="16"/>
      <dgm:spPr/>
    </dgm:pt>
    <dgm:pt modelId="{A32C1BB1-E676-4943-B998-2022C2C415CA}" type="pres">
      <dgm:prSet presAssocID="{D6C4D5C0-2DF3-4111-95D8-B336B03B78C5}" presName="connectorText" presStyleLbl="sibTrans2D1" presStyleIdx="10" presStyleCnt="16"/>
      <dgm:spPr/>
    </dgm:pt>
    <dgm:pt modelId="{B0D62420-FCB5-3745-B0BE-54A5F979F7AD}" type="pres">
      <dgm:prSet presAssocID="{2653B7EE-865B-4DBA-9CCC-E06E6E4C8F6A}" presName="node" presStyleLbl="node1" presStyleIdx="11" presStyleCnt="17">
        <dgm:presLayoutVars>
          <dgm:bulletEnabled val="1"/>
        </dgm:presLayoutVars>
      </dgm:prSet>
      <dgm:spPr/>
    </dgm:pt>
    <dgm:pt modelId="{FD8BA64E-2ABA-6A45-9624-2BD1CD07B051}" type="pres">
      <dgm:prSet presAssocID="{02FAC1CF-2C9E-43D1-8229-A8F5A75EF0E5}" presName="sibTrans" presStyleLbl="sibTrans2D1" presStyleIdx="11" presStyleCnt="16"/>
      <dgm:spPr/>
    </dgm:pt>
    <dgm:pt modelId="{3A71AE7A-5BE6-6F42-9550-842DBED4B02B}" type="pres">
      <dgm:prSet presAssocID="{02FAC1CF-2C9E-43D1-8229-A8F5A75EF0E5}" presName="connectorText" presStyleLbl="sibTrans2D1" presStyleIdx="11" presStyleCnt="16"/>
      <dgm:spPr/>
    </dgm:pt>
    <dgm:pt modelId="{232DA90E-AB93-6B4D-BFF1-0AC3C04B8FA7}" type="pres">
      <dgm:prSet presAssocID="{D30DF5F9-4D0C-461D-8AA3-9A20328DD3FB}" presName="node" presStyleLbl="node1" presStyleIdx="12" presStyleCnt="17">
        <dgm:presLayoutVars>
          <dgm:bulletEnabled val="1"/>
        </dgm:presLayoutVars>
      </dgm:prSet>
      <dgm:spPr/>
    </dgm:pt>
    <dgm:pt modelId="{A5F21F1C-DDE4-A84A-9EAE-66B5DFD5E222}" type="pres">
      <dgm:prSet presAssocID="{3E5FF71F-40C5-42D9-8113-9FB381BCBEAA}" presName="sibTrans" presStyleLbl="sibTrans2D1" presStyleIdx="12" presStyleCnt="16"/>
      <dgm:spPr/>
    </dgm:pt>
    <dgm:pt modelId="{D761017A-28DD-7F4C-A93C-00CCD7CD6D42}" type="pres">
      <dgm:prSet presAssocID="{3E5FF71F-40C5-42D9-8113-9FB381BCBEAA}" presName="connectorText" presStyleLbl="sibTrans2D1" presStyleIdx="12" presStyleCnt="16"/>
      <dgm:spPr/>
    </dgm:pt>
    <dgm:pt modelId="{5EE4BCC6-C7F6-8149-8A65-116AC80ADC7D}" type="pres">
      <dgm:prSet presAssocID="{D49EA04A-58F4-4AEB-9FB3-E861A4024CA4}" presName="node" presStyleLbl="node1" presStyleIdx="13" presStyleCnt="17">
        <dgm:presLayoutVars>
          <dgm:bulletEnabled val="1"/>
        </dgm:presLayoutVars>
      </dgm:prSet>
      <dgm:spPr/>
    </dgm:pt>
    <dgm:pt modelId="{FA4CE60F-ECBB-7442-BD8C-AD747C648F18}" type="pres">
      <dgm:prSet presAssocID="{BA785791-B7BC-4496-AE67-D4CDAE2E001B}" presName="sibTrans" presStyleLbl="sibTrans2D1" presStyleIdx="13" presStyleCnt="16"/>
      <dgm:spPr/>
    </dgm:pt>
    <dgm:pt modelId="{3A7E4851-35B2-D14A-A1FB-DD2690B3E2F8}" type="pres">
      <dgm:prSet presAssocID="{BA785791-B7BC-4496-AE67-D4CDAE2E001B}" presName="connectorText" presStyleLbl="sibTrans2D1" presStyleIdx="13" presStyleCnt="16"/>
      <dgm:spPr/>
    </dgm:pt>
    <dgm:pt modelId="{9571EBB1-FF0F-6A41-956D-3B60470DB9B1}" type="pres">
      <dgm:prSet presAssocID="{85D7DD08-CF2B-4032-BC78-09D8D511DF8C}" presName="node" presStyleLbl="node1" presStyleIdx="14" presStyleCnt="17">
        <dgm:presLayoutVars>
          <dgm:bulletEnabled val="1"/>
        </dgm:presLayoutVars>
      </dgm:prSet>
      <dgm:spPr/>
    </dgm:pt>
    <dgm:pt modelId="{0516EC84-6322-B34D-B182-8F80F359FFA2}" type="pres">
      <dgm:prSet presAssocID="{811B911D-A88D-4261-B268-8C337873609F}" presName="sibTrans" presStyleLbl="sibTrans2D1" presStyleIdx="14" presStyleCnt="16"/>
      <dgm:spPr/>
    </dgm:pt>
    <dgm:pt modelId="{242A55B4-3062-AD48-A92B-179F158B10CB}" type="pres">
      <dgm:prSet presAssocID="{811B911D-A88D-4261-B268-8C337873609F}" presName="connectorText" presStyleLbl="sibTrans2D1" presStyleIdx="14" presStyleCnt="16"/>
      <dgm:spPr/>
    </dgm:pt>
    <dgm:pt modelId="{10A3BA51-1D81-DE4A-8323-D189E528D8C0}" type="pres">
      <dgm:prSet presAssocID="{1DE543F6-5CF8-4813-93F0-6189FA4827A8}" presName="node" presStyleLbl="node1" presStyleIdx="15" presStyleCnt="17">
        <dgm:presLayoutVars>
          <dgm:bulletEnabled val="1"/>
        </dgm:presLayoutVars>
      </dgm:prSet>
      <dgm:spPr/>
    </dgm:pt>
    <dgm:pt modelId="{1E7AD8A0-5538-5245-A96E-BD74B477BC75}" type="pres">
      <dgm:prSet presAssocID="{36739F6C-5CA6-4113-AEDB-B78F6878A406}" presName="sibTrans" presStyleLbl="sibTrans2D1" presStyleIdx="15" presStyleCnt="16"/>
      <dgm:spPr/>
    </dgm:pt>
    <dgm:pt modelId="{7BDB7591-26F2-2A4E-BA0A-93E813168A75}" type="pres">
      <dgm:prSet presAssocID="{36739F6C-5CA6-4113-AEDB-B78F6878A406}" presName="connectorText" presStyleLbl="sibTrans2D1" presStyleIdx="15" presStyleCnt="16"/>
      <dgm:spPr/>
    </dgm:pt>
    <dgm:pt modelId="{68749DD1-F049-3B45-BBB7-BF4E7062BC3D}" type="pres">
      <dgm:prSet presAssocID="{2BFC44DD-39C8-4EAE-8981-101FC9E28341}" presName="node" presStyleLbl="node1" presStyleIdx="16" presStyleCnt="17">
        <dgm:presLayoutVars>
          <dgm:bulletEnabled val="1"/>
        </dgm:presLayoutVars>
      </dgm:prSet>
      <dgm:spPr/>
    </dgm:pt>
  </dgm:ptLst>
  <dgm:cxnLst>
    <dgm:cxn modelId="{E1DBF50A-28A5-438E-8CCB-C0CCEB0CF687}" srcId="{BFC341B4-5DE3-41EE-857F-6F565DC82EF4}" destId="{2653B7EE-865B-4DBA-9CCC-E06E6E4C8F6A}" srcOrd="11" destOrd="0" parTransId="{0872B06B-8BC7-48D1-ACD8-9AF48DC5A2E7}" sibTransId="{02FAC1CF-2C9E-43D1-8229-A8F5A75EF0E5}"/>
    <dgm:cxn modelId="{778BD20E-FD06-B348-89D6-6AC2CD46E59E}" type="presOf" srcId="{FCEEE16B-B3A4-42B8-9844-8840625CFF0A}" destId="{8917FADF-6F1A-F940-9C9D-188921D236FC}" srcOrd="1" destOrd="0" presId="urn:microsoft.com/office/officeart/2005/8/layout/process5"/>
    <dgm:cxn modelId="{32ABEE16-C479-4DFF-9FEB-881DB9B26AB4}" srcId="{BFC341B4-5DE3-41EE-857F-6F565DC82EF4}" destId="{2BFC44DD-39C8-4EAE-8981-101FC9E28341}" srcOrd="16" destOrd="0" parTransId="{40F1462D-82C6-41CF-BD7F-EC3D99BDB769}" sibTransId="{9A950D63-7AA0-45B4-96C0-19B69C314C41}"/>
    <dgm:cxn modelId="{7F2F0A19-C36A-A442-9375-04143E009FF7}" type="presOf" srcId="{7EFAA684-7130-41A7-A10F-156ADFF91481}" destId="{6E0EB7A5-4502-2A46-B7A8-635FA17D0070}" srcOrd="0" destOrd="0" presId="urn:microsoft.com/office/officeart/2005/8/layout/process5"/>
    <dgm:cxn modelId="{C217021C-9D74-F548-9B4B-4363649DA7ED}" type="presOf" srcId="{2BFC44DD-39C8-4EAE-8981-101FC9E28341}" destId="{68749DD1-F049-3B45-BBB7-BF4E7062BC3D}" srcOrd="0" destOrd="0" presId="urn:microsoft.com/office/officeart/2005/8/layout/process5"/>
    <dgm:cxn modelId="{50A38B1F-2BEF-4B48-B89B-3BA6A98075AE}" type="presOf" srcId="{A953EAC9-0E36-478A-B829-F09B92191A06}" destId="{E2579C31-BB62-5146-BD27-0815E841C287}" srcOrd="0" destOrd="0" presId="urn:microsoft.com/office/officeart/2005/8/layout/process5"/>
    <dgm:cxn modelId="{663D8C1F-D310-CE4A-A204-A76FC073CF1C}" type="presOf" srcId="{BFC341B4-5DE3-41EE-857F-6F565DC82EF4}" destId="{DA02C17A-4125-6946-A9A1-E105C8EAE8C7}" srcOrd="0" destOrd="0" presId="urn:microsoft.com/office/officeart/2005/8/layout/process5"/>
    <dgm:cxn modelId="{DE48D323-AE5E-3546-B46A-A2AF93F51FAC}" type="presOf" srcId="{649B3565-C897-47A0-836F-4CF950263539}" destId="{3C7FE012-0F8E-B24A-806B-2403CC19F18A}" srcOrd="0" destOrd="0" presId="urn:microsoft.com/office/officeart/2005/8/layout/process5"/>
    <dgm:cxn modelId="{CB0E1A25-DCCC-434E-92C2-3635CFEE744E}" type="presOf" srcId="{55229833-2101-4184-B353-7ED56E971399}" destId="{36E808D5-504C-F44D-AE60-A3A86EDE0286}" srcOrd="0" destOrd="0" presId="urn:microsoft.com/office/officeart/2005/8/layout/process5"/>
    <dgm:cxn modelId="{447EBD25-1388-0743-8AC3-03928E30993A}" type="presOf" srcId="{AD9CF4D8-78A2-41B6-9613-85CAE6CB67B7}" destId="{481EA340-D5FD-2645-B271-E03F55CE93F4}" srcOrd="0" destOrd="0" presId="urn:microsoft.com/office/officeart/2005/8/layout/process5"/>
    <dgm:cxn modelId="{D37B1C26-6864-7545-976C-6F5C6D01F876}" type="presOf" srcId="{1DE543F6-5CF8-4813-93F0-6189FA4827A8}" destId="{10A3BA51-1D81-DE4A-8323-D189E528D8C0}" srcOrd="0" destOrd="0" presId="urn:microsoft.com/office/officeart/2005/8/layout/process5"/>
    <dgm:cxn modelId="{B251AD2B-4CB0-A54B-941D-ECEB3E53C388}" type="presOf" srcId="{649B3565-C897-47A0-836F-4CF950263539}" destId="{7B25A2EA-1768-9341-92D4-9D34879E7C5E}" srcOrd="1" destOrd="0" presId="urn:microsoft.com/office/officeart/2005/8/layout/process5"/>
    <dgm:cxn modelId="{002F0630-23C1-EC43-AF72-F775EC0D5D5F}" type="presOf" srcId="{3E5FF71F-40C5-42D9-8113-9FB381BCBEAA}" destId="{D761017A-28DD-7F4C-A93C-00CCD7CD6D42}" srcOrd="1" destOrd="0" presId="urn:microsoft.com/office/officeart/2005/8/layout/process5"/>
    <dgm:cxn modelId="{4D51E134-4792-4C2A-9671-C51B27197E2D}" srcId="{BFC341B4-5DE3-41EE-857F-6F565DC82EF4}" destId="{D20862FB-7C81-43A4-9DEF-ABBD20C2271D}" srcOrd="7" destOrd="0" parTransId="{E8D0CF18-ACD6-44F1-9212-8EC18EDDBA5C}" sibTransId="{AD9CF4D8-78A2-41B6-9613-85CAE6CB67B7}"/>
    <dgm:cxn modelId="{C630F035-966A-FF43-AC0D-07BB5C74F0F5}" type="presOf" srcId="{5BF58EB6-4064-47BE-BA6B-A78F0851E210}" destId="{3FCAA064-192E-744E-82F4-1A2C10DAFD88}" srcOrd="0" destOrd="0" presId="urn:microsoft.com/office/officeart/2005/8/layout/process5"/>
    <dgm:cxn modelId="{0FF6DA36-D8F1-4705-B961-ACAAD08D91AD}" srcId="{BFC341B4-5DE3-41EE-857F-6F565DC82EF4}" destId="{38B52509-F947-4773-90DD-30BE764D3942}" srcOrd="2" destOrd="0" parTransId="{BA59F82E-0E3D-4A25-9DDB-23EA7D205A3F}" sibTransId="{649B3565-C897-47A0-836F-4CF950263539}"/>
    <dgm:cxn modelId="{F922463C-4F05-2740-A1F3-42E4494FAC6C}" type="presOf" srcId="{2653B7EE-865B-4DBA-9CCC-E06E6E4C8F6A}" destId="{B0D62420-FCB5-3745-B0BE-54A5F979F7AD}" srcOrd="0" destOrd="0" presId="urn:microsoft.com/office/officeart/2005/8/layout/process5"/>
    <dgm:cxn modelId="{E37E8540-43B3-4FF4-857B-2F91A95AF947}" srcId="{BFC341B4-5DE3-41EE-857F-6F565DC82EF4}" destId="{1DE543F6-5CF8-4813-93F0-6189FA4827A8}" srcOrd="15" destOrd="0" parTransId="{6C071502-7A85-4DC6-A91E-3E7C451A04B3}" sibTransId="{36739F6C-5CA6-4113-AEDB-B78F6878A406}"/>
    <dgm:cxn modelId="{52B90441-100C-3C49-9352-1409C205E15B}" type="presOf" srcId="{2AD6E7AB-00AA-49BB-8968-8C38D3E3CA1D}" destId="{304EFE6B-294C-484B-B2CC-B49C2B3B061F}" srcOrd="1" destOrd="0" presId="urn:microsoft.com/office/officeart/2005/8/layout/process5"/>
    <dgm:cxn modelId="{6DC6A142-5E05-0943-A355-7092B832FFF0}" type="presOf" srcId="{A953EAC9-0E36-478A-B829-F09B92191A06}" destId="{69FECE01-11B5-974E-8671-05A6121D9F06}" srcOrd="1" destOrd="0" presId="urn:microsoft.com/office/officeart/2005/8/layout/process5"/>
    <dgm:cxn modelId="{30B88F43-02F2-D140-9F24-F1E1560C9708}" type="presOf" srcId="{C7D7FDAF-67D5-4565-AF65-6E08D6E7E470}" destId="{25A4C591-5865-F54B-AFE9-AA26CC11BAD1}" srcOrd="1" destOrd="0" presId="urn:microsoft.com/office/officeart/2005/8/layout/process5"/>
    <dgm:cxn modelId="{27743E44-2652-5A4D-A852-31927272E9DD}" type="presOf" srcId="{8D69E6A8-DC7A-400E-8407-EB5D7C9E3A91}" destId="{E688D8AF-A877-8246-B6F6-20A7652B898B}" srcOrd="0" destOrd="0" presId="urn:microsoft.com/office/officeart/2005/8/layout/process5"/>
    <dgm:cxn modelId="{EF59AC44-B710-944D-83B9-D49BEFD47070}" type="presOf" srcId="{C7D7FDAF-67D5-4565-AF65-6E08D6E7E470}" destId="{B70B5879-C153-C941-8820-A4E612ACA32C}" srcOrd="0" destOrd="0" presId="urn:microsoft.com/office/officeart/2005/8/layout/process5"/>
    <dgm:cxn modelId="{BDA6614A-0710-DE46-957E-4BB63E4EDFF8}" type="presOf" srcId="{811B911D-A88D-4261-B268-8C337873609F}" destId="{0516EC84-6322-B34D-B182-8F80F359FFA2}" srcOrd="0" destOrd="0" presId="urn:microsoft.com/office/officeart/2005/8/layout/process5"/>
    <dgm:cxn modelId="{8575D94C-3C60-314F-BB76-F7DB9B07AF05}" type="presOf" srcId="{E907973B-95CF-4728-8D7E-EBA3011A7BE1}" destId="{3EF3F8DF-96C3-794B-A19B-72F3B1C666C3}" srcOrd="1" destOrd="0" presId="urn:microsoft.com/office/officeart/2005/8/layout/process5"/>
    <dgm:cxn modelId="{DF2DF251-C299-B347-A9EF-0E0A2C9DE6B5}" type="presOf" srcId="{22F7E3BD-A3C5-441B-8ADB-46DB6698420B}" destId="{C9723120-2887-FA49-B424-F8ACFD2F42D3}" srcOrd="0" destOrd="0" presId="urn:microsoft.com/office/officeart/2005/8/layout/process5"/>
    <dgm:cxn modelId="{30A04954-6742-8B4B-9279-C2BE9397F92E}" type="presOf" srcId="{3E5FF71F-40C5-42D9-8113-9FB381BCBEAA}" destId="{A5F21F1C-DDE4-A84A-9EAE-66B5DFD5E222}" srcOrd="0" destOrd="0" presId="urn:microsoft.com/office/officeart/2005/8/layout/process5"/>
    <dgm:cxn modelId="{B1DDB55D-5E1B-D949-968B-045FAEC44D06}" type="presOf" srcId="{36739F6C-5CA6-4113-AEDB-B78F6878A406}" destId="{1E7AD8A0-5538-5245-A96E-BD74B477BC75}" srcOrd="0" destOrd="0" presId="urn:microsoft.com/office/officeart/2005/8/layout/process5"/>
    <dgm:cxn modelId="{364F0268-F310-4529-AFEF-29644C10334D}" srcId="{BFC341B4-5DE3-41EE-857F-6F565DC82EF4}" destId="{13A9F62F-6914-49E1-B89B-5EF61C5C4E4C}" srcOrd="10" destOrd="0" parTransId="{5167AA42-C180-4F56-950F-80E59E5186D9}" sibTransId="{D6C4D5C0-2DF3-4111-95D8-B336B03B78C5}"/>
    <dgm:cxn modelId="{EAE02669-AD98-6746-AA2C-446D46DEFD9B}" type="presOf" srcId="{D20862FB-7C81-43A4-9DEF-ABBD20C2271D}" destId="{67C6C3A4-2690-4847-B538-2FF63D267AB9}" srcOrd="0" destOrd="0" presId="urn:microsoft.com/office/officeart/2005/8/layout/process5"/>
    <dgm:cxn modelId="{19E20D6D-0603-44D5-8CAB-84914AE7E494}" srcId="{BFC341B4-5DE3-41EE-857F-6F565DC82EF4}" destId="{8D69E6A8-DC7A-400E-8407-EB5D7C9E3A91}" srcOrd="1" destOrd="0" parTransId="{78D1C4B2-C510-455B-AD83-59D296E45732}" sibTransId="{A953EAC9-0E36-478A-B829-F09B92191A06}"/>
    <dgm:cxn modelId="{038A5571-07DE-9449-AE4A-727361DF7909}" type="presOf" srcId="{FCEEE16B-B3A4-42B8-9844-8840625CFF0A}" destId="{9A396F2F-62EA-DF4C-9FC2-BF053B26BE30}" srcOrd="0" destOrd="0" presId="urn:microsoft.com/office/officeart/2005/8/layout/process5"/>
    <dgm:cxn modelId="{40846E74-C858-234D-886C-660C31A580C1}" type="presOf" srcId="{02FAC1CF-2C9E-43D1-8229-A8F5A75EF0E5}" destId="{FD8BA64E-2ABA-6A45-9624-2BD1CD07B051}" srcOrd="0" destOrd="0" presId="urn:microsoft.com/office/officeart/2005/8/layout/process5"/>
    <dgm:cxn modelId="{90459B75-1F02-47E1-959C-F21B25D3F27E}" srcId="{BFC341B4-5DE3-41EE-857F-6F565DC82EF4}" destId="{7EFAA684-7130-41A7-A10F-156ADFF91481}" srcOrd="3" destOrd="0" parTransId="{F3C7ACFD-EDF0-4E59-A007-44ADA771D35C}" sibTransId="{22F7E3BD-A3C5-441B-8ADB-46DB6698420B}"/>
    <dgm:cxn modelId="{9D96DB78-9CC2-1A4E-B192-C9F8E81DD102}" type="presOf" srcId="{D49EA04A-58F4-4AEB-9FB3-E861A4024CA4}" destId="{5EE4BCC6-C7F6-8149-8A65-116AC80ADC7D}" srcOrd="0" destOrd="0" presId="urn:microsoft.com/office/officeart/2005/8/layout/process5"/>
    <dgm:cxn modelId="{E9A8407B-0B90-3C42-AE27-407855EDDE75}" type="presOf" srcId="{38B52509-F947-4773-90DD-30BE764D3942}" destId="{A6BA4792-03E9-C74C-BFFA-18D3C806CF53}" srcOrd="0" destOrd="0" presId="urn:microsoft.com/office/officeart/2005/8/layout/process5"/>
    <dgm:cxn modelId="{68A05B7B-A3B6-1C4F-A8CD-5ED8812C3843}" type="presOf" srcId="{D42C9AD8-8104-40CF-9BA8-43EB91447FD2}" destId="{30CC0F15-9ABB-954B-B088-3EDCD4F145CC}" srcOrd="0" destOrd="0" presId="urn:microsoft.com/office/officeart/2005/8/layout/process5"/>
    <dgm:cxn modelId="{603AF27F-D066-B44E-ABBF-9D448730C70A}" type="presOf" srcId="{553188D3-7E4B-4831-97F1-38C2409A68BB}" destId="{EB0D1458-A7EC-2045-B91E-83A99F3BD9AB}" srcOrd="0" destOrd="0" presId="urn:microsoft.com/office/officeart/2005/8/layout/process5"/>
    <dgm:cxn modelId="{CE255283-8CA5-428C-B200-A9BF1201F38B}" srcId="{BFC341B4-5DE3-41EE-857F-6F565DC82EF4}" destId="{D48B1CCA-DD94-4ED1-90B0-E702BD5B87C2}" srcOrd="0" destOrd="0" parTransId="{A24CD37B-E696-4B63-8EC6-F4C416D0E333}" sibTransId="{7F6BB8F6-A0BB-4AC6-815C-C81AC7D8D754}"/>
    <dgm:cxn modelId="{8768FE85-2E53-9048-99C1-2CFF60D9A592}" type="presOf" srcId="{E907973B-95CF-4728-8D7E-EBA3011A7BE1}" destId="{36352FFC-8B01-1B43-B04A-0F64B0F3F184}" srcOrd="0" destOrd="0" presId="urn:microsoft.com/office/officeart/2005/8/layout/process5"/>
    <dgm:cxn modelId="{88437987-62CC-4788-9A32-49C549201753}" srcId="{BFC341B4-5DE3-41EE-857F-6F565DC82EF4}" destId="{4FFC09CA-2719-4BF7-80B1-BAE7FDDC5B7F}" srcOrd="6" destOrd="0" parTransId="{C82B97E4-D953-42B6-92A2-B65B944512FB}" sibTransId="{E907973B-95CF-4728-8D7E-EBA3011A7BE1}"/>
    <dgm:cxn modelId="{9BC6AE8B-8823-2246-82A8-AF399969B7A8}" type="presOf" srcId="{85D7DD08-CF2B-4032-BC78-09D8D511DF8C}" destId="{9571EBB1-FF0F-6A41-956D-3B60470DB9B1}" srcOrd="0" destOrd="0" presId="urn:microsoft.com/office/officeart/2005/8/layout/process5"/>
    <dgm:cxn modelId="{C173BC8E-9C38-428D-9418-48F1322C99D5}" srcId="{BFC341B4-5DE3-41EE-857F-6F565DC82EF4}" destId="{D49EA04A-58F4-4AEB-9FB3-E861A4024CA4}" srcOrd="13" destOrd="0" parTransId="{A722F26C-A956-4C1C-80E2-5C2CB399C546}" sibTransId="{BA785791-B7BC-4496-AE67-D4CDAE2E001B}"/>
    <dgm:cxn modelId="{8AF0E190-600F-C648-BA7F-BF2A1272414C}" type="presOf" srcId="{7F6BB8F6-A0BB-4AC6-815C-C81AC7D8D754}" destId="{579CEE45-03FF-A648-B8C2-FF768E874C03}" srcOrd="1" destOrd="0" presId="urn:microsoft.com/office/officeart/2005/8/layout/process5"/>
    <dgm:cxn modelId="{9C19DB92-AE1A-EF4B-8AA4-2BDF7B785318}" type="presOf" srcId="{BA785791-B7BC-4496-AE67-D4CDAE2E001B}" destId="{3A7E4851-35B2-D14A-A1FB-DD2690B3E2F8}" srcOrd="1" destOrd="0" presId="urn:microsoft.com/office/officeart/2005/8/layout/process5"/>
    <dgm:cxn modelId="{3A976495-BFAC-074A-A98D-609C3A7AE525}" type="presOf" srcId="{13A9F62F-6914-49E1-B89B-5EF61C5C4E4C}" destId="{C95D3E68-2A94-964C-851E-E07C7A878510}" srcOrd="0" destOrd="0" presId="urn:microsoft.com/office/officeart/2005/8/layout/process5"/>
    <dgm:cxn modelId="{7C69E996-69E9-4D46-9C7B-BEFF093D237F}" type="presOf" srcId="{7F0E6DFE-357F-427F-937D-B9ACE5388136}" destId="{1B4FD3B4-808E-0244-9560-30012C321B4D}" srcOrd="1" destOrd="0" presId="urn:microsoft.com/office/officeart/2005/8/layout/process5"/>
    <dgm:cxn modelId="{9A271297-23FB-2F48-AB95-ED573732DA35}" type="presOf" srcId="{D6C4D5C0-2DF3-4111-95D8-B336B03B78C5}" destId="{FE020045-E811-1741-A661-F4C161637A12}" srcOrd="0" destOrd="0" presId="urn:microsoft.com/office/officeart/2005/8/layout/process5"/>
    <dgm:cxn modelId="{A5DD11A6-CE98-3440-BD4A-FCA8609D96F1}" type="presOf" srcId="{AD9CF4D8-78A2-41B6-9613-85CAE6CB67B7}" destId="{813F5692-F939-594D-9091-F27C34549C71}" srcOrd="1" destOrd="0" presId="urn:microsoft.com/office/officeart/2005/8/layout/process5"/>
    <dgm:cxn modelId="{A38B09A8-6510-6A45-A833-169D6477710A}" type="presOf" srcId="{02FAC1CF-2C9E-43D1-8229-A8F5A75EF0E5}" destId="{3A71AE7A-5BE6-6F42-9550-842DBED4B02B}" srcOrd="1" destOrd="0" presId="urn:microsoft.com/office/officeart/2005/8/layout/process5"/>
    <dgm:cxn modelId="{86171AA9-7CBD-3149-8D11-BEF015E6A428}" type="presOf" srcId="{811B911D-A88D-4261-B268-8C337873609F}" destId="{242A55B4-3062-AD48-A92B-179F158B10CB}" srcOrd="1" destOrd="0" presId="urn:microsoft.com/office/officeart/2005/8/layout/process5"/>
    <dgm:cxn modelId="{86724AB1-7642-E84C-AB64-976F69FAD94F}" type="presOf" srcId="{BA785791-B7BC-4496-AE67-D4CDAE2E001B}" destId="{FA4CE60F-ECBB-7442-BD8C-AD747C648F18}" srcOrd="0" destOrd="0" presId="urn:microsoft.com/office/officeart/2005/8/layout/process5"/>
    <dgm:cxn modelId="{4378EEB3-13BA-A241-99C4-63C7AF3C9AC5}" type="presOf" srcId="{D6C4D5C0-2DF3-4111-95D8-B336B03B78C5}" destId="{A32C1BB1-E676-4943-B998-2022C2C415CA}" srcOrd="1" destOrd="0" presId="urn:microsoft.com/office/officeart/2005/8/layout/process5"/>
    <dgm:cxn modelId="{06D403BB-EBA4-F942-B3D3-F15A955B3969}" type="presOf" srcId="{4FFC09CA-2719-4BF7-80B1-BAE7FDDC5B7F}" destId="{9784B8A4-EA75-8A42-8EFB-8DCBAB633E13}" srcOrd="0" destOrd="0" presId="urn:microsoft.com/office/officeart/2005/8/layout/process5"/>
    <dgm:cxn modelId="{2396C1C1-ADBD-194A-AC94-9F4FD9BFAA47}" type="presOf" srcId="{D30DF5F9-4D0C-461D-8AA3-9A20328DD3FB}" destId="{232DA90E-AB93-6B4D-BFF1-0AC3C04B8FA7}" srcOrd="0" destOrd="0" presId="urn:microsoft.com/office/officeart/2005/8/layout/process5"/>
    <dgm:cxn modelId="{B79230C2-C79F-471B-A018-447D9A4601D5}" srcId="{BFC341B4-5DE3-41EE-857F-6F565DC82EF4}" destId="{55229833-2101-4184-B353-7ED56E971399}" srcOrd="4" destOrd="0" parTransId="{C44F1CDE-60E7-4D56-9400-6B6D17C774FB}" sibTransId="{2AD6E7AB-00AA-49BB-8968-8C38D3E3CA1D}"/>
    <dgm:cxn modelId="{1A7387C2-5AF0-C540-BB51-6B5F601C0F40}" type="presOf" srcId="{22F7E3BD-A3C5-441B-8ADB-46DB6698420B}" destId="{80483C4B-35B9-1E48-BF72-F031736AC008}" srcOrd="1" destOrd="0" presId="urn:microsoft.com/office/officeart/2005/8/layout/process5"/>
    <dgm:cxn modelId="{C938A9C4-D190-E542-9743-F8AC9E3F4A2A}" type="presOf" srcId="{7F0E6DFE-357F-427F-937D-B9ACE5388136}" destId="{F956C9D6-D47D-F34D-B2B7-52CFB7F92754}" srcOrd="0" destOrd="0" presId="urn:microsoft.com/office/officeart/2005/8/layout/process5"/>
    <dgm:cxn modelId="{CAA0CCCA-E2AB-4E03-B280-B21DACA9EB29}" srcId="{BFC341B4-5DE3-41EE-857F-6F565DC82EF4}" destId="{553188D3-7E4B-4831-97F1-38C2409A68BB}" srcOrd="5" destOrd="0" parTransId="{64732CF5-83F8-4B43-BBEA-F8980C6DB76B}" sibTransId="{FCEEE16B-B3A4-42B8-9844-8840625CFF0A}"/>
    <dgm:cxn modelId="{D55F12CE-8338-8848-97BA-4622EAF2D0FA}" type="presOf" srcId="{2AD6E7AB-00AA-49BB-8968-8C38D3E3CA1D}" destId="{B1F8BC07-24AE-0644-BD27-E892C83B59FA}" srcOrd="0" destOrd="0" presId="urn:microsoft.com/office/officeart/2005/8/layout/process5"/>
    <dgm:cxn modelId="{2B19DAD6-4CCA-4843-831E-EBFE1D1F7517}" srcId="{BFC341B4-5DE3-41EE-857F-6F565DC82EF4}" destId="{85D7DD08-CF2B-4032-BC78-09D8D511DF8C}" srcOrd="14" destOrd="0" parTransId="{AD6F3573-A846-47C7-B7D3-356100AA8367}" sibTransId="{811B911D-A88D-4261-B268-8C337873609F}"/>
    <dgm:cxn modelId="{0A83DDDC-21A6-4D7B-B14E-E63D372BA39B}" srcId="{BFC341B4-5DE3-41EE-857F-6F565DC82EF4}" destId="{D42C9AD8-8104-40CF-9BA8-43EB91447FD2}" srcOrd="8" destOrd="0" parTransId="{5CDDFB98-40CD-4718-AC58-B0B46180A8B4}" sibTransId="{C7D7FDAF-67D5-4565-AF65-6E08D6E7E470}"/>
    <dgm:cxn modelId="{68FDFAE5-4EEE-4367-9FB6-D42532C4A677}" srcId="{BFC341B4-5DE3-41EE-857F-6F565DC82EF4}" destId="{D30DF5F9-4D0C-461D-8AA3-9A20328DD3FB}" srcOrd="12" destOrd="0" parTransId="{7E093213-47C5-4788-B373-5754246E6350}" sibTransId="{3E5FF71F-40C5-42D9-8113-9FB381BCBEAA}"/>
    <dgm:cxn modelId="{C2ED42E6-BC27-43A4-95BB-71FFF1FBB1CE}" srcId="{BFC341B4-5DE3-41EE-857F-6F565DC82EF4}" destId="{5BF58EB6-4064-47BE-BA6B-A78F0851E210}" srcOrd="9" destOrd="0" parTransId="{0BB6A0AE-595A-414D-A008-286D1800D0B3}" sibTransId="{7F0E6DFE-357F-427F-937D-B9ACE5388136}"/>
    <dgm:cxn modelId="{0B885CE6-F4A1-2847-9C08-18576557BDEB}" type="presOf" srcId="{36739F6C-5CA6-4113-AEDB-B78F6878A406}" destId="{7BDB7591-26F2-2A4E-BA0A-93E813168A75}" srcOrd="1" destOrd="0" presId="urn:microsoft.com/office/officeart/2005/8/layout/process5"/>
    <dgm:cxn modelId="{3700F2F3-F32D-8646-AB01-76CA41C34C72}" type="presOf" srcId="{D48B1CCA-DD94-4ED1-90B0-E702BD5B87C2}" destId="{D68DD2DC-AB1B-5248-A946-76EB32C44921}" srcOrd="0" destOrd="0" presId="urn:microsoft.com/office/officeart/2005/8/layout/process5"/>
    <dgm:cxn modelId="{4DCE3EF8-6987-8C44-9191-1B0E81319F7F}" type="presOf" srcId="{7F6BB8F6-A0BB-4AC6-815C-C81AC7D8D754}" destId="{30620BB4-73C3-B74E-89F9-2591BB5C60C8}" srcOrd="0" destOrd="0" presId="urn:microsoft.com/office/officeart/2005/8/layout/process5"/>
    <dgm:cxn modelId="{64FFDCB8-2F7B-E84C-B34A-8A9D3D83A6DB}" type="presParOf" srcId="{DA02C17A-4125-6946-A9A1-E105C8EAE8C7}" destId="{D68DD2DC-AB1B-5248-A946-76EB32C44921}" srcOrd="0" destOrd="0" presId="urn:microsoft.com/office/officeart/2005/8/layout/process5"/>
    <dgm:cxn modelId="{3FDD8803-0BCC-2146-941B-75E6E0F89CDC}" type="presParOf" srcId="{DA02C17A-4125-6946-A9A1-E105C8EAE8C7}" destId="{30620BB4-73C3-B74E-89F9-2591BB5C60C8}" srcOrd="1" destOrd="0" presId="urn:microsoft.com/office/officeart/2005/8/layout/process5"/>
    <dgm:cxn modelId="{B5344944-6A1B-A54E-B78F-CB2E854C920A}" type="presParOf" srcId="{30620BB4-73C3-B74E-89F9-2591BB5C60C8}" destId="{579CEE45-03FF-A648-B8C2-FF768E874C03}" srcOrd="0" destOrd="0" presId="urn:microsoft.com/office/officeart/2005/8/layout/process5"/>
    <dgm:cxn modelId="{079C7108-BFA6-404F-94E2-C9EF6271C967}" type="presParOf" srcId="{DA02C17A-4125-6946-A9A1-E105C8EAE8C7}" destId="{E688D8AF-A877-8246-B6F6-20A7652B898B}" srcOrd="2" destOrd="0" presId="urn:microsoft.com/office/officeart/2005/8/layout/process5"/>
    <dgm:cxn modelId="{2949B67D-2997-DA4E-B374-3D7F3E0CB530}" type="presParOf" srcId="{DA02C17A-4125-6946-A9A1-E105C8EAE8C7}" destId="{E2579C31-BB62-5146-BD27-0815E841C287}" srcOrd="3" destOrd="0" presId="urn:microsoft.com/office/officeart/2005/8/layout/process5"/>
    <dgm:cxn modelId="{3009930B-BFBA-C64B-BC29-E5E0CB93FADA}" type="presParOf" srcId="{E2579C31-BB62-5146-BD27-0815E841C287}" destId="{69FECE01-11B5-974E-8671-05A6121D9F06}" srcOrd="0" destOrd="0" presId="urn:microsoft.com/office/officeart/2005/8/layout/process5"/>
    <dgm:cxn modelId="{A027A3FE-3226-DF43-BF58-3D699782EE35}" type="presParOf" srcId="{DA02C17A-4125-6946-A9A1-E105C8EAE8C7}" destId="{A6BA4792-03E9-C74C-BFFA-18D3C806CF53}" srcOrd="4" destOrd="0" presId="urn:microsoft.com/office/officeart/2005/8/layout/process5"/>
    <dgm:cxn modelId="{ABEDDA2A-5A5B-AB4B-A738-490FF9788A8E}" type="presParOf" srcId="{DA02C17A-4125-6946-A9A1-E105C8EAE8C7}" destId="{3C7FE012-0F8E-B24A-806B-2403CC19F18A}" srcOrd="5" destOrd="0" presId="urn:microsoft.com/office/officeart/2005/8/layout/process5"/>
    <dgm:cxn modelId="{F304BD07-56C7-F34F-BE18-ABB55F947437}" type="presParOf" srcId="{3C7FE012-0F8E-B24A-806B-2403CC19F18A}" destId="{7B25A2EA-1768-9341-92D4-9D34879E7C5E}" srcOrd="0" destOrd="0" presId="urn:microsoft.com/office/officeart/2005/8/layout/process5"/>
    <dgm:cxn modelId="{1844C8E7-929C-094B-8FB2-F45BC0F52DBC}" type="presParOf" srcId="{DA02C17A-4125-6946-A9A1-E105C8EAE8C7}" destId="{6E0EB7A5-4502-2A46-B7A8-635FA17D0070}" srcOrd="6" destOrd="0" presId="urn:microsoft.com/office/officeart/2005/8/layout/process5"/>
    <dgm:cxn modelId="{A322BEE0-2981-D046-9C4F-7D4472C6EDA4}" type="presParOf" srcId="{DA02C17A-4125-6946-A9A1-E105C8EAE8C7}" destId="{C9723120-2887-FA49-B424-F8ACFD2F42D3}" srcOrd="7" destOrd="0" presId="urn:microsoft.com/office/officeart/2005/8/layout/process5"/>
    <dgm:cxn modelId="{EA1E8E84-8C24-E74F-9734-A5B521FDA863}" type="presParOf" srcId="{C9723120-2887-FA49-B424-F8ACFD2F42D3}" destId="{80483C4B-35B9-1E48-BF72-F031736AC008}" srcOrd="0" destOrd="0" presId="urn:microsoft.com/office/officeart/2005/8/layout/process5"/>
    <dgm:cxn modelId="{BF3FC47A-1FD5-EF44-9192-29E4B8EAAE48}" type="presParOf" srcId="{DA02C17A-4125-6946-A9A1-E105C8EAE8C7}" destId="{36E808D5-504C-F44D-AE60-A3A86EDE0286}" srcOrd="8" destOrd="0" presId="urn:microsoft.com/office/officeart/2005/8/layout/process5"/>
    <dgm:cxn modelId="{4247B390-D79D-A945-81D5-E1A98CB01E7C}" type="presParOf" srcId="{DA02C17A-4125-6946-A9A1-E105C8EAE8C7}" destId="{B1F8BC07-24AE-0644-BD27-E892C83B59FA}" srcOrd="9" destOrd="0" presId="urn:microsoft.com/office/officeart/2005/8/layout/process5"/>
    <dgm:cxn modelId="{C6F13627-9B55-B049-945B-1AF4A2F1DDB0}" type="presParOf" srcId="{B1F8BC07-24AE-0644-BD27-E892C83B59FA}" destId="{304EFE6B-294C-484B-B2CC-B49C2B3B061F}" srcOrd="0" destOrd="0" presId="urn:microsoft.com/office/officeart/2005/8/layout/process5"/>
    <dgm:cxn modelId="{15C1BEFE-592A-D441-8739-53205C3CC5AD}" type="presParOf" srcId="{DA02C17A-4125-6946-A9A1-E105C8EAE8C7}" destId="{EB0D1458-A7EC-2045-B91E-83A99F3BD9AB}" srcOrd="10" destOrd="0" presId="urn:microsoft.com/office/officeart/2005/8/layout/process5"/>
    <dgm:cxn modelId="{17F05D74-984E-0F47-BCD3-0B747A8C234F}" type="presParOf" srcId="{DA02C17A-4125-6946-A9A1-E105C8EAE8C7}" destId="{9A396F2F-62EA-DF4C-9FC2-BF053B26BE30}" srcOrd="11" destOrd="0" presId="urn:microsoft.com/office/officeart/2005/8/layout/process5"/>
    <dgm:cxn modelId="{229BC7B5-05B8-6E4C-9C3C-96E2A3703950}" type="presParOf" srcId="{9A396F2F-62EA-DF4C-9FC2-BF053B26BE30}" destId="{8917FADF-6F1A-F940-9C9D-188921D236FC}" srcOrd="0" destOrd="0" presId="urn:microsoft.com/office/officeart/2005/8/layout/process5"/>
    <dgm:cxn modelId="{7F925F6A-8235-2142-B59C-C0C0FCDBC1F2}" type="presParOf" srcId="{DA02C17A-4125-6946-A9A1-E105C8EAE8C7}" destId="{9784B8A4-EA75-8A42-8EFB-8DCBAB633E13}" srcOrd="12" destOrd="0" presId="urn:microsoft.com/office/officeart/2005/8/layout/process5"/>
    <dgm:cxn modelId="{19F1F51B-1DA6-2046-A564-3AEF1C7D5677}" type="presParOf" srcId="{DA02C17A-4125-6946-A9A1-E105C8EAE8C7}" destId="{36352FFC-8B01-1B43-B04A-0F64B0F3F184}" srcOrd="13" destOrd="0" presId="urn:microsoft.com/office/officeart/2005/8/layout/process5"/>
    <dgm:cxn modelId="{A93F3892-9127-F749-B370-6CCF7667D0E2}" type="presParOf" srcId="{36352FFC-8B01-1B43-B04A-0F64B0F3F184}" destId="{3EF3F8DF-96C3-794B-A19B-72F3B1C666C3}" srcOrd="0" destOrd="0" presId="urn:microsoft.com/office/officeart/2005/8/layout/process5"/>
    <dgm:cxn modelId="{765F8395-C80E-7741-B45E-88C2F43C216A}" type="presParOf" srcId="{DA02C17A-4125-6946-A9A1-E105C8EAE8C7}" destId="{67C6C3A4-2690-4847-B538-2FF63D267AB9}" srcOrd="14" destOrd="0" presId="urn:microsoft.com/office/officeart/2005/8/layout/process5"/>
    <dgm:cxn modelId="{835025C7-45E9-AC4E-A981-7E152505A1A0}" type="presParOf" srcId="{DA02C17A-4125-6946-A9A1-E105C8EAE8C7}" destId="{481EA340-D5FD-2645-B271-E03F55CE93F4}" srcOrd="15" destOrd="0" presId="urn:microsoft.com/office/officeart/2005/8/layout/process5"/>
    <dgm:cxn modelId="{433306E3-01E6-EF40-ADC9-B9DA83327CDB}" type="presParOf" srcId="{481EA340-D5FD-2645-B271-E03F55CE93F4}" destId="{813F5692-F939-594D-9091-F27C34549C71}" srcOrd="0" destOrd="0" presId="urn:microsoft.com/office/officeart/2005/8/layout/process5"/>
    <dgm:cxn modelId="{70C66F8D-2957-6042-9330-F8BD9673FF7C}" type="presParOf" srcId="{DA02C17A-4125-6946-A9A1-E105C8EAE8C7}" destId="{30CC0F15-9ABB-954B-B088-3EDCD4F145CC}" srcOrd="16" destOrd="0" presId="urn:microsoft.com/office/officeart/2005/8/layout/process5"/>
    <dgm:cxn modelId="{A1FA6A84-3708-9B48-BDD3-9A2958707E04}" type="presParOf" srcId="{DA02C17A-4125-6946-A9A1-E105C8EAE8C7}" destId="{B70B5879-C153-C941-8820-A4E612ACA32C}" srcOrd="17" destOrd="0" presId="urn:microsoft.com/office/officeart/2005/8/layout/process5"/>
    <dgm:cxn modelId="{9A82BB12-49AD-BB4C-BCB2-F6E1D5F676B8}" type="presParOf" srcId="{B70B5879-C153-C941-8820-A4E612ACA32C}" destId="{25A4C591-5865-F54B-AFE9-AA26CC11BAD1}" srcOrd="0" destOrd="0" presId="urn:microsoft.com/office/officeart/2005/8/layout/process5"/>
    <dgm:cxn modelId="{47D1FF7A-D077-C547-AF9E-F0EE09100F8C}" type="presParOf" srcId="{DA02C17A-4125-6946-A9A1-E105C8EAE8C7}" destId="{3FCAA064-192E-744E-82F4-1A2C10DAFD88}" srcOrd="18" destOrd="0" presId="urn:microsoft.com/office/officeart/2005/8/layout/process5"/>
    <dgm:cxn modelId="{55F50D16-FE10-FE4C-86C7-001AB501F960}" type="presParOf" srcId="{DA02C17A-4125-6946-A9A1-E105C8EAE8C7}" destId="{F956C9D6-D47D-F34D-B2B7-52CFB7F92754}" srcOrd="19" destOrd="0" presId="urn:microsoft.com/office/officeart/2005/8/layout/process5"/>
    <dgm:cxn modelId="{61183969-F3AE-3A40-93D9-F63ECEAF664C}" type="presParOf" srcId="{F956C9D6-D47D-F34D-B2B7-52CFB7F92754}" destId="{1B4FD3B4-808E-0244-9560-30012C321B4D}" srcOrd="0" destOrd="0" presId="urn:microsoft.com/office/officeart/2005/8/layout/process5"/>
    <dgm:cxn modelId="{080BEF45-BE8D-C442-BCA7-5E597C12924C}" type="presParOf" srcId="{DA02C17A-4125-6946-A9A1-E105C8EAE8C7}" destId="{C95D3E68-2A94-964C-851E-E07C7A878510}" srcOrd="20" destOrd="0" presId="urn:microsoft.com/office/officeart/2005/8/layout/process5"/>
    <dgm:cxn modelId="{D1D40390-29D4-664C-BB25-B7972ADAF636}" type="presParOf" srcId="{DA02C17A-4125-6946-A9A1-E105C8EAE8C7}" destId="{FE020045-E811-1741-A661-F4C161637A12}" srcOrd="21" destOrd="0" presId="urn:microsoft.com/office/officeart/2005/8/layout/process5"/>
    <dgm:cxn modelId="{6EC4F7F0-F7B3-C541-B1DB-D8FC907849C9}" type="presParOf" srcId="{FE020045-E811-1741-A661-F4C161637A12}" destId="{A32C1BB1-E676-4943-B998-2022C2C415CA}" srcOrd="0" destOrd="0" presId="urn:microsoft.com/office/officeart/2005/8/layout/process5"/>
    <dgm:cxn modelId="{224E07A7-9FA0-054C-973C-86D316F9953B}" type="presParOf" srcId="{DA02C17A-4125-6946-A9A1-E105C8EAE8C7}" destId="{B0D62420-FCB5-3745-B0BE-54A5F979F7AD}" srcOrd="22" destOrd="0" presId="urn:microsoft.com/office/officeart/2005/8/layout/process5"/>
    <dgm:cxn modelId="{CA0D7DC9-A984-9247-BA2F-F6B2D9818877}" type="presParOf" srcId="{DA02C17A-4125-6946-A9A1-E105C8EAE8C7}" destId="{FD8BA64E-2ABA-6A45-9624-2BD1CD07B051}" srcOrd="23" destOrd="0" presId="urn:microsoft.com/office/officeart/2005/8/layout/process5"/>
    <dgm:cxn modelId="{2B552228-496B-1742-909A-5486D7CF23E3}" type="presParOf" srcId="{FD8BA64E-2ABA-6A45-9624-2BD1CD07B051}" destId="{3A71AE7A-5BE6-6F42-9550-842DBED4B02B}" srcOrd="0" destOrd="0" presId="urn:microsoft.com/office/officeart/2005/8/layout/process5"/>
    <dgm:cxn modelId="{E8C85F75-C8F3-D84E-8EBD-D785C7169FEF}" type="presParOf" srcId="{DA02C17A-4125-6946-A9A1-E105C8EAE8C7}" destId="{232DA90E-AB93-6B4D-BFF1-0AC3C04B8FA7}" srcOrd="24" destOrd="0" presId="urn:microsoft.com/office/officeart/2005/8/layout/process5"/>
    <dgm:cxn modelId="{F03BADDA-93EA-A849-9D5B-3F01B9040F54}" type="presParOf" srcId="{DA02C17A-4125-6946-A9A1-E105C8EAE8C7}" destId="{A5F21F1C-DDE4-A84A-9EAE-66B5DFD5E222}" srcOrd="25" destOrd="0" presId="urn:microsoft.com/office/officeart/2005/8/layout/process5"/>
    <dgm:cxn modelId="{7EA1A858-3BE9-2E43-AEE8-76B61131B9D9}" type="presParOf" srcId="{A5F21F1C-DDE4-A84A-9EAE-66B5DFD5E222}" destId="{D761017A-28DD-7F4C-A93C-00CCD7CD6D42}" srcOrd="0" destOrd="0" presId="urn:microsoft.com/office/officeart/2005/8/layout/process5"/>
    <dgm:cxn modelId="{237CB6C5-3950-EC4C-BA68-3E2A8C3F5F23}" type="presParOf" srcId="{DA02C17A-4125-6946-A9A1-E105C8EAE8C7}" destId="{5EE4BCC6-C7F6-8149-8A65-116AC80ADC7D}" srcOrd="26" destOrd="0" presId="urn:microsoft.com/office/officeart/2005/8/layout/process5"/>
    <dgm:cxn modelId="{EF1D34CD-F96B-AD48-8263-14E9ADF0B380}" type="presParOf" srcId="{DA02C17A-4125-6946-A9A1-E105C8EAE8C7}" destId="{FA4CE60F-ECBB-7442-BD8C-AD747C648F18}" srcOrd="27" destOrd="0" presId="urn:microsoft.com/office/officeart/2005/8/layout/process5"/>
    <dgm:cxn modelId="{D54BD682-72DC-C24A-A02B-42A0BF40EADA}" type="presParOf" srcId="{FA4CE60F-ECBB-7442-BD8C-AD747C648F18}" destId="{3A7E4851-35B2-D14A-A1FB-DD2690B3E2F8}" srcOrd="0" destOrd="0" presId="urn:microsoft.com/office/officeart/2005/8/layout/process5"/>
    <dgm:cxn modelId="{0CFFF165-A678-5D4B-9A90-A6022468FCDE}" type="presParOf" srcId="{DA02C17A-4125-6946-A9A1-E105C8EAE8C7}" destId="{9571EBB1-FF0F-6A41-956D-3B60470DB9B1}" srcOrd="28" destOrd="0" presId="urn:microsoft.com/office/officeart/2005/8/layout/process5"/>
    <dgm:cxn modelId="{B20981CC-E48B-5F4D-8726-2F805349E842}" type="presParOf" srcId="{DA02C17A-4125-6946-A9A1-E105C8EAE8C7}" destId="{0516EC84-6322-B34D-B182-8F80F359FFA2}" srcOrd="29" destOrd="0" presId="urn:microsoft.com/office/officeart/2005/8/layout/process5"/>
    <dgm:cxn modelId="{9C145F96-882B-D449-80B3-970723CE1757}" type="presParOf" srcId="{0516EC84-6322-B34D-B182-8F80F359FFA2}" destId="{242A55B4-3062-AD48-A92B-179F158B10CB}" srcOrd="0" destOrd="0" presId="urn:microsoft.com/office/officeart/2005/8/layout/process5"/>
    <dgm:cxn modelId="{DAC3C1A5-5F0B-E844-965D-2840F85031A6}" type="presParOf" srcId="{DA02C17A-4125-6946-A9A1-E105C8EAE8C7}" destId="{10A3BA51-1D81-DE4A-8323-D189E528D8C0}" srcOrd="30" destOrd="0" presId="urn:microsoft.com/office/officeart/2005/8/layout/process5"/>
    <dgm:cxn modelId="{A54E1E99-2D92-2D4F-AC54-D6C975CFFE8E}" type="presParOf" srcId="{DA02C17A-4125-6946-A9A1-E105C8EAE8C7}" destId="{1E7AD8A0-5538-5245-A96E-BD74B477BC75}" srcOrd="31" destOrd="0" presId="urn:microsoft.com/office/officeart/2005/8/layout/process5"/>
    <dgm:cxn modelId="{F97A2B85-03E7-1E4F-AECA-E9B5EB4DAC34}" type="presParOf" srcId="{1E7AD8A0-5538-5245-A96E-BD74B477BC75}" destId="{7BDB7591-26F2-2A4E-BA0A-93E813168A75}" srcOrd="0" destOrd="0" presId="urn:microsoft.com/office/officeart/2005/8/layout/process5"/>
    <dgm:cxn modelId="{DCF28D1F-8821-9B4A-8077-6402D536F813}" type="presParOf" srcId="{DA02C17A-4125-6946-A9A1-E105C8EAE8C7}" destId="{68749DD1-F049-3B45-BBB7-BF4E7062BC3D}" srcOrd="32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BCA5836-3E9A-435F-A963-93EE726BE60B}">
      <dsp:nvSpPr>
        <dsp:cNvPr id="0" name=""/>
        <dsp:cNvSpPr/>
      </dsp:nvSpPr>
      <dsp:spPr>
        <a:xfrm>
          <a:off x="0" y="95924"/>
          <a:ext cx="10830641" cy="59887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620570B-C209-4B5B-A3FB-53AB884A7B11}">
      <dsp:nvSpPr>
        <dsp:cNvPr id="0" name=""/>
        <dsp:cNvSpPr/>
      </dsp:nvSpPr>
      <dsp:spPr>
        <a:xfrm>
          <a:off x="181159" y="137558"/>
          <a:ext cx="329380" cy="32938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CB4363D-A59E-4C2B-8D3A-29BCC796F086}">
      <dsp:nvSpPr>
        <dsp:cNvPr id="0" name=""/>
        <dsp:cNvSpPr/>
      </dsp:nvSpPr>
      <dsp:spPr>
        <a:xfrm>
          <a:off x="691698" y="2811"/>
          <a:ext cx="10138942" cy="5988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381" tIns="63381" rIns="63381" bIns="63381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kern="1200"/>
            <a:t>Aura Platform</a:t>
          </a:r>
          <a:r>
            <a:rPr lang="en-IN" sz="1400" kern="1200"/>
            <a:t> is a full-stack movie streaming web application built using </a:t>
          </a:r>
          <a:r>
            <a:rPr lang="en-IN" sz="1400" b="1" kern="1200"/>
            <a:t>Django 4.2.7 (Python)</a:t>
          </a:r>
          <a:r>
            <a:rPr lang="en-IN" sz="1400" kern="1200"/>
            <a:t>. The platform provides users with a modern Netflix-inspired interface to browse, search, watch trailers, create watchlists, and rate movies.</a:t>
          </a:r>
          <a:endParaRPr lang="en-US" sz="1400" kern="1200" dirty="0"/>
        </a:p>
      </dsp:txBody>
      <dsp:txXfrm>
        <a:off x="691698" y="2811"/>
        <a:ext cx="10138942" cy="598873"/>
      </dsp:txXfrm>
    </dsp:sp>
    <dsp:sp modelId="{E2B5ABDF-9BF4-4F52-82B3-C42A1A7711A2}">
      <dsp:nvSpPr>
        <dsp:cNvPr id="0" name=""/>
        <dsp:cNvSpPr/>
      </dsp:nvSpPr>
      <dsp:spPr>
        <a:xfrm>
          <a:off x="0" y="751403"/>
          <a:ext cx="10830641" cy="59887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D788E6E-ADEE-4BE5-B63E-B01B075707B4}">
      <dsp:nvSpPr>
        <dsp:cNvPr id="0" name=""/>
        <dsp:cNvSpPr/>
      </dsp:nvSpPr>
      <dsp:spPr>
        <a:xfrm>
          <a:off x="181159" y="886149"/>
          <a:ext cx="329380" cy="32938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F24F5AE-CC3F-44BC-86F7-40D6943313FC}">
      <dsp:nvSpPr>
        <dsp:cNvPr id="0" name=""/>
        <dsp:cNvSpPr/>
      </dsp:nvSpPr>
      <dsp:spPr>
        <a:xfrm>
          <a:off x="691698" y="751403"/>
          <a:ext cx="10138942" cy="5988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381" tIns="63381" rIns="63381" bIns="63381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/>
            <a:t>The system integrates with:</a:t>
          </a:r>
          <a:endParaRPr lang="en-US" sz="1400" kern="1200"/>
        </a:p>
      </dsp:txBody>
      <dsp:txXfrm>
        <a:off x="691698" y="751403"/>
        <a:ext cx="10138942" cy="598873"/>
      </dsp:txXfrm>
    </dsp:sp>
    <dsp:sp modelId="{5F035425-B2D8-4D0A-8320-6597737FD41B}">
      <dsp:nvSpPr>
        <dsp:cNvPr id="0" name=""/>
        <dsp:cNvSpPr/>
      </dsp:nvSpPr>
      <dsp:spPr>
        <a:xfrm>
          <a:off x="0" y="1499994"/>
          <a:ext cx="10830641" cy="59887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A44F72E-8515-44CA-BE5F-0A6F323B41C2}">
      <dsp:nvSpPr>
        <dsp:cNvPr id="0" name=""/>
        <dsp:cNvSpPr/>
      </dsp:nvSpPr>
      <dsp:spPr>
        <a:xfrm>
          <a:off x="181159" y="1634741"/>
          <a:ext cx="329380" cy="32938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7A03151-095F-4796-BB7B-527FF3D7F788}">
      <dsp:nvSpPr>
        <dsp:cNvPr id="0" name=""/>
        <dsp:cNvSpPr/>
      </dsp:nvSpPr>
      <dsp:spPr>
        <a:xfrm>
          <a:off x="691698" y="1499994"/>
          <a:ext cx="10138942" cy="5988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381" tIns="63381" rIns="63381" bIns="63381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kern="1200"/>
            <a:t>TMDB API (v3)</a:t>
          </a:r>
          <a:r>
            <a:rPr lang="en-IN" sz="1400" kern="1200"/>
            <a:t> – Real-time movie metadata</a:t>
          </a:r>
          <a:endParaRPr lang="en-US" sz="1400" kern="1200"/>
        </a:p>
      </dsp:txBody>
      <dsp:txXfrm>
        <a:off x="691698" y="1499994"/>
        <a:ext cx="10138942" cy="598873"/>
      </dsp:txXfrm>
    </dsp:sp>
    <dsp:sp modelId="{502E8A95-9E9B-49CD-864D-4E7DBE70D18E}">
      <dsp:nvSpPr>
        <dsp:cNvPr id="0" name=""/>
        <dsp:cNvSpPr/>
      </dsp:nvSpPr>
      <dsp:spPr>
        <a:xfrm>
          <a:off x="0" y="2248586"/>
          <a:ext cx="10830641" cy="59887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0D33503-E496-4505-A9B2-6C43AF8E7026}">
      <dsp:nvSpPr>
        <dsp:cNvPr id="0" name=""/>
        <dsp:cNvSpPr/>
      </dsp:nvSpPr>
      <dsp:spPr>
        <a:xfrm>
          <a:off x="181159" y="2383332"/>
          <a:ext cx="329380" cy="32938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4431586-2F38-47F1-A01B-D13350508EE0}">
      <dsp:nvSpPr>
        <dsp:cNvPr id="0" name=""/>
        <dsp:cNvSpPr/>
      </dsp:nvSpPr>
      <dsp:spPr>
        <a:xfrm>
          <a:off x="691698" y="2248586"/>
          <a:ext cx="10138942" cy="5988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381" tIns="63381" rIns="63381" bIns="63381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kern="1200"/>
            <a:t>YouTube Data API v3</a:t>
          </a:r>
          <a:r>
            <a:rPr lang="en-IN" sz="1400" kern="1200"/>
            <a:t> – Trailer embedding &amp; validation</a:t>
          </a:r>
          <a:endParaRPr lang="en-US" sz="1400" kern="1200"/>
        </a:p>
      </dsp:txBody>
      <dsp:txXfrm>
        <a:off x="691698" y="2248586"/>
        <a:ext cx="10138942" cy="598873"/>
      </dsp:txXfrm>
    </dsp:sp>
    <dsp:sp modelId="{41EB6353-ACAB-4706-AF37-37CAA13EF169}">
      <dsp:nvSpPr>
        <dsp:cNvPr id="0" name=""/>
        <dsp:cNvSpPr/>
      </dsp:nvSpPr>
      <dsp:spPr>
        <a:xfrm>
          <a:off x="0" y="2997178"/>
          <a:ext cx="10830641" cy="59887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86655A9-B4A2-4E07-BB64-0B5A33573D15}">
      <dsp:nvSpPr>
        <dsp:cNvPr id="0" name=""/>
        <dsp:cNvSpPr/>
      </dsp:nvSpPr>
      <dsp:spPr>
        <a:xfrm>
          <a:off x="181159" y="3131924"/>
          <a:ext cx="329380" cy="32938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A00BB3-88DB-4EAE-8B25-E96629B680B6}">
      <dsp:nvSpPr>
        <dsp:cNvPr id="0" name=""/>
        <dsp:cNvSpPr/>
      </dsp:nvSpPr>
      <dsp:spPr>
        <a:xfrm>
          <a:off x="691698" y="2997178"/>
          <a:ext cx="10138942" cy="5988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381" tIns="63381" rIns="63381" bIns="63381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/>
            <a:t>In addition to user-facing features, the platform includes a </a:t>
          </a:r>
          <a:r>
            <a:rPr lang="en-IN" sz="1400" b="1" kern="1200"/>
            <a:t>Supervisor Portal</a:t>
          </a:r>
          <a:r>
            <a:rPr lang="en-IN" sz="1400" kern="1200"/>
            <a:t> that provides analytics dashboards, traffic monitoring, and content moderation capabilities.</a:t>
          </a:r>
          <a:endParaRPr lang="en-US" sz="1400" kern="1200"/>
        </a:p>
      </dsp:txBody>
      <dsp:txXfrm>
        <a:off x="691698" y="2997178"/>
        <a:ext cx="10138942" cy="59887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F24FB03-DCC1-45BD-BAC3-5DBD931F40EF}">
      <dsp:nvSpPr>
        <dsp:cNvPr id="0" name=""/>
        <dsp:cNvSpPr/>
      </dsp:nvSpPr>
      <dsp:spPr>
        <a:xfrm>
          <a:off x="526892" y="493665"/>
          <a:ext cx="1442293" cy="1442293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16918D9-F1C6-4405-B7A0-152DDF50B09A}">
      <dsp:nvSpPr>
        <dsp:cNvPr id="0" name=""/>
        <dsp:cNvSpPr/>
      </dsp:nvSpPr>
      <dsp:spPr>
        <a:xfrm>
          <a:off x="834266" y="801039"/>
          <a:ext cx="827545" cy="82754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15FD227-B245-4003-8FDF-7477975F05B4}">
      <dsp:nvSpPr>
        <dsp:cNvPr id="0" name=""/>
        <dsp:cNvSpPr/>
      </dsp:nvSpPr>
      <dsp:spPr>
        <a:xfrm>
          <a:off x="65831" y="2385197"/>
          <a:ext cx="2364415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IN" sz="1300" kern="1200"/>
            <a:t>Lack of centralized movie discovery platform with real-time data</a:t>
          </a:r>
          <a:endParaRPr lang="en-US" sz="1300" kern="1200"/>
        </a:p>
      </dsp:txBody>
      <dsp:txXfrm>
        <a:off x="65831" y="2385197"/>
        <a:ext cx="2364415" cy="720000"/>
      </dsp:txXfrm>
    </dsp:sp>
    <dsp:sp modelId="{AF371860-50F5-4932-A57B-390EF81CCE0F}">
      <dsp:nvSpPr>
        <dsp:cNvPr id="0" name=""/>
        <dsp:cNvSpPr/>
      </dsp:nvSpPr>
      <dsp:spPr>
        <a:xfrm>
          <a:off x="3305080" y="493665"/>
          <a:ext cx="1442293" cy="1442293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459E7FF-896C-4C49-A192-BA1B2B8A4205}">
      <dsp:nvSpPr>
        <dsp:cNvPr id="0" name=""/>
        <dsp:cNvSpPr/>
      </dsp:nvSpPr>
      <dsp:spPr>
        <a:xfrm>
          <a:off x="3612454" y="801039"/>
          <a:ext cx="827545" cy="82754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AFD105D-E4CA-42A6-A903-3A14C0C6F75C}">
      <dsp:nvSpPr>
        <dsp:cNvPr id="0" name=""/>
        <dsp:cNvSpPr/>
      </dsp:nvSpPr>
      <dsp:spPr>
        <a:xfrm>
          <a:off x="2844019" y="2385197"/>
          <a:ext cx="2364415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IN" sz="1300" kern="1200"/>
            <a:t>No integrated analytics dashboard for monitoring user engagement</a:t>
          </a:r>
          <a:endParaRPr lang="en-US" sz="1300" kern="1200"/>
        </a:p>
      </dsp:txBody>
      <dsp:txXfrm>
        <a:off x="2844019" y="2385197"/>
        <a:ext cx="2364415" cy="720000"/>
      </dsp:txXfrm>
    </dsp:sp>
    <dsp:sp modelId="{0ECD6634-8FCD-4C1D-A8B8-B9497854A097}">
      <dsp:nvSpPr>
        <dsp:cNvPr id="0" name=""/>
        <dsp:cNvSpPr/>
      </dsp:nvSpPr>
      <dsp:spPr>
        <a:xfrm>
          <a:off x="6083267" y="493665"/>
          <a:ext cx="1442293" cy="1442293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25ADF46-C190-41E0-9A04-E43458C0C9FC}">
      <dsp:nvSpPr>
        <dsp:cNvPr id="0" name=""/>
        <dsp:cNvSpPr/>
      </dsp:nvSpPr>
      <dsp:spPr>
        <a:xfrm>
          <a:off x="6390641" y="801039"/>
          <a:ext cx="827545" cy="82754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8F0D72B-6514-4CA9-9E91-281268A35F82}">
      <dsp:nvSpPr>
        <dsp:cNvPr id="0" name=""/>
        <dsp:cNvSpPr/>
      </dsp:nvSpPr>
      <dsp:spPr>
        <a:xfrm>
          <a:off x="5622206" y="2385197"/>
          <a:ext cx="2364415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IN" sz="1300" kern="1200"/>
            <a:t>Need for structured content moderation in streaming environments</a:t>
          </a:r>
          <a:endParaRPr lang="en-US" sz="1300" kern="1200"/>
        </a:p>
      </dsp:txBody>
      <dsp:txXfrm>
        <a:off x="5622206" y="2385197"/>
        <a:ext cx="2364415" cy="720000"/>
      </dsp:txXfrm>
    </dsp:sp>
    <dsp:sp modelId="{9714892F-C195-4FAC-9737-956665B6010C}">
      <dsp:nvSpPr>
        <dsp:cNvPr id="0" name=""/>
        <dsp:cNvSpPr/>
      </dsp:nvSpPr>
      <dsp:spPr>
        <a:xfrm>
          <a:off x="8861455" y="493665"/>
          <a:ext cx="1442293" cy="1442293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4AAC3E9-4D0F-48C7-BC0E-2F3D93ED6515}">
      <dsp:nvSpPr>
        <dsp:cNvPr id="0" name=""/>
        <dsp:cNvSpPr/>
      </dsp:nvSpPr>
      <dsp:spPr>
        <a:xfrm>
          <a:off x="9168829" y="801039"/>
          <a:ext cx="827545" cy="827545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0DB052-B380-4701-B4A0-BE2B250A8D70}">
      <dsp:nvSpPr>
        <dsp:cNvPr id="0" name=""/>
        <dsp:cNvSpPr/>
      </dsp:nvSpPr>
      <dsp:spPr>
        <a:xfrm>
          <a:off x="8400394" y="2385197"/>
          <a:ext cx="2364415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IN" sz="1300" kern="1200"/>
            <a:t>Absence of personalized watchlist &amp; rating systems in simple academic projects</a:t>
          </a:r>
          <a:endParaRPr lang="en-US" sz="1300" kern="1200"/>
        </a:p>
      </dsp:txBody>
      <dsp:txXfrm>
        <a:off x="8400394" y="2385197"/>
        <a:ext cx="2364415" cy="720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9956571-794A-4E41-BEDC-8E4089DC3A80}">
      <dsp:nvSpPr>
        <dsp:cNvPr id="0" name=""/>
        <dsp:cNvSpPr/>
      </dsp:nvSpPr>
      <dsp:spPr>
        <a:xfrm>
          <a:off x="780320" y="899368"/>
          <a:ext cx="810000" cy="81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DE907AB-ECFC-467B-84F7-602A4E7D00C6}">
      <dsp:nvSpPr>
        <dsp:cNvPr id="0" name=""/>
        <dsp:cNvSpPr/>
      </dsp:nvSpPr>
      <dsp:spPr>
        <a:xfrm>
          <a:off x="285320" y="1979494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/>
            <a:t>Full-stack Django application using MVT architecture</a:t>
          </a:r>
          <a:endParaRPr lang="en-US" sz="1700" kern="1200"/>
        </a:p>
      </dsp:txBody>
      <dsp:txXfrm>
        <a:off x="285320" y="1979494"/>
        <a:ext cx="1800000" cy="720000"/>
      </dsp:txXfrm>
    </dsp:sp>
    <dsp:sp modelId="{10EBB11E-3B81-43EE-A9CD-4B79790650B9}">
      <dsp:nvSpPr>
        <dsp:cNvPr id="0" name=""/>
        <dsp:cNvSpPr/>
      </dsp:nvSpPr>
      <dsp:spPr>
        <a:xfrm>
          <a:off x="2895320" y="899368"/>
          <a:ext cx="810000" cy="81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A4FA40B-16AC-49A4-B374-34817D98D9B4}">
      <dsp:nvSpPr>
        <dsp:cNvPr id="0" name=""/>
        <dsp:cNvSpPr/>
      </dsp:nvSpPr>
      <dsp:spPr>
        <a:xfrm>
          <a:off x="2400320" y="1979494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/>
            <a:t>API-driven real-time movie data integration</a:t>
          </a:r>
          <a:endParaRPr lang="en-US" sz="1700" kern="1200"/>
        </a:p>
      </dsp:txBody>
      <dsp:txXfrm>
        <a:off x="2400320" y="1979494"/>
        <a:ext cx="1800000" cy="720000"/>
      </dsp:txXfrm>
    </dsp:sp>
    <dsp:sp modelId="{0A16E72E-5B71-4017-AFAE-9D30FF7F01BB}">
      <dsp:nvSpPr>
        <dsp:cNvPr id="0" name=""/>
        <dsp:cNvSpPr/>
      </dsp:nvSpPr>
      <dsp:spPr>
        <a:xfrm>
          <a:off x="5010320" y="899368"/>
          <a:ext cx="810000" cy="81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2F8069A-EF2E-4201-9A0D-4F666C297FA9}">
      <dsp:nvSpPr>
        <dsp:cNvPr id="0" name=""/>
        <dsp:cNvSpPr/>
      </dsp:nvSpPr>
      <dsp:spPr>
        <a:xfrm>
          <a:off x="4515320" y="1979494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/>
            <a:t>Role-based access control (Users &amp; Supervisors)</a:t>
          </a:r>
          <a:endParaRPr lang="en-US" sz="1700" kern="1200"/>
        </a:p>
      </dsp:txBody>
      <dsp:txXfrm>
        <a:off x="4515320" y="1979494"/>
        <a:ext cx="1800000" cy="720000"/>
      </dsp:txXfrm>
    </dsp:sp>
    <dsp:sp modelId="{DC8D6EDE-2A48-4784-954B-7440DEE7C13D}">
      <dsp:nvSpPr>
        <dsp:cNvPr id="0" name=""/>
        <dsp:cNvSpPr/>
      </dsp:nvSpPr>
      <dsp:spPr>
        <a:xfrm>
          <a:off x="7125320" y="899368"/>
          <a:ext cx="810000" cy="81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6CF26FA-52A1-49B8-8026-7B061758D3B4}">
      <dsp:nvSpPr>
        <dsp:cNvPr id="0" name=""/>
        <dsp:cNvSpPr/>
      </dsp:nvSpPr>
      <dsp:spPr>
        <a:xfrm>
          <a:off x="6630320" y="1979494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/>
            <a:t>Analytics system tracking user interactions</a:t>
          </a:r>
          <a:endParaRPr lang="en-US" sz="1700" kern="1200"/>
        </a:p>
      </dsp:txBody>
      <dsp:txXfrm>
        <a:off x="6630320" y="1979494"/>
        <a:ext cx="1800000" cy="720000"/>
      </dsp:txXfrm>
    </dsp:sp>
    <dsp:sp modelId="{1DAC810A-4FCE-428A-A4B0-738973CDD6C5}">
      <dsp:nvSpPr>
        <dsp:cNvPr id="0" name=""/>
        <dsp:cNvSpPr/>
      </dsp:nvSpPr>
      <dsp:spPr>
        <a:xfrm>
          <a:off x="9240320" y="899368"/>
          <a:ext cx="810000" cy="81000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5290E1D-AD24-4908-A616-EA2F498137C7}">
      <dsp:nvSpPr>
        <dsp:cNvPr id="0" name=""/>
        <dsp:cNvSpPr/>
      </dsp:nvSpPr>
      <dsp:spPr>
        <a:xfrm>
          <a:off x="8745320" y="1979494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/>
            <a:t>Secure, scalable backend structure</a:t>
          </a:r>
          <a:endParaRPr lang="en-US" sz="1700" kern="1200"/>
        </a:p>
      </dsp:txBody>
      <dsp:txXfrm>
        <a:off x="8745320" y="1979494"/>
        <a:ext cx="1800000" cy="7200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9452285-078B-F848-9CB9-5D6F2839DBF0}">
      <dsp:nvSpPr>
        <dsp:cNvPr id="0" name=""/>
        <dsp:cNvSpPr/>
      </dsp:nvSpPr>
      <dsp:spPr>
        <a:xfrm>
          <a:off x="3173" y="163200"/>
          <a:ext cx="2517277" cy="1510366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b="1" kern="1200"/>
            <a:t>Primary Business Goal</a:t>
          </a:r>
          <a:endParaRPr lang="en-US" sz="1700" kern="1200"/>
        </a:p>
      </dsp:txBody>
      <dsp:txXfrm>
        <a:off x="3173" y="163200"/>
        <a:ext cx="2517277" cy="1510366"/>
      </dsp:txXfrm>
    </dsp:sp>
    <dsp:sp modelId="{316E341B-085E-7D42-A620-4EE5D2A595B6}">
      <dsp:nvSpPr>
        <dsp:cNvPr id="0" name=""/>
        <dsp:cNvSpPr/>
      </dsp:nvSpPr>
      <dsp:spPr>
        <a:xfrm>
          <a:off x="2772178" y="163200"/>
          <a:ext cx="2517277" cy="1510366"/>
        </a:xfrm>
        <a:prstGeom prst="rect">
          <a:avLst/>
        </a:prstGeom>
        <a:gradFill rotWithShape="0">
          <a:gsLst>
            <a:gs pos="0">
              <a:schemeClr val="accent5">
                <a:hueOff val="-610205"/>
                <a:satOff val="2613"/>
                <a:lumOff val="1401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5">
                <a:hueOff val="-610205"/>
                <a:satOff val="2613"/>
                <a:lumOff val="1401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5">
                <a:hueOff val="-610205"/>
                <a:satOff val="2613"/>
                <a:lumOff val="1401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 dirty="0"/>
            <a:t>To develop a scalable, secure, and API-driven movie streaming web application with integrated analytics and moderation features.</a:t>
          </a:r>
          <a:endParaRPr lang="en-US" sz="1700" kern="1200" dirty="0"/>
        </a:p>
      </dsp:txBody>
      <dsp:txXfrm>
        <a:off x="2772178" y="163200"/>
        <a:ext cx="2517277" cy="1510366"/>
      </dsp:txXfrm>
    </dsp:sp>
    <dsp:sp modelId="{5955F245-5C84-3744-BED0-E0BC4DAB2D7B}">
      <dsp:nvSpPr>
        <dsp:cNvPr id="0" name=""/>
        <dsp:cNvSpPr/>
      </dsp:nvSpPr>
      <dsp:spPr>
        <a:xfrm>
          <a:off x="5541184" y="163200"/>
          <a:ext cx="2517277" cy="1510366"/>
        </a:xfrm>
        <a:prstGeom prst="rect">
          <a:avLst/>
        </a:prstGeom>
        <a:gradFill rotWithShape="0">
          <a:gsLst>
            <a:gs pos="0">
              <a:schemeClr val="accent5">
                <a:hueOff val="-1220411"/>
                <a:satOff val="5226"/>
                <a:lumOff val="2801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5">
                <a:hueOff val="-1220411"/>
                <a:satOff val="5226"/>
                <a:lumOff val="2801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5">
                <a:hueOff val="-1220411"/>
                <a:satOff val="5226"/>
                <a:lumOff val="2801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b="1" kern="1200"/>
            <a:t>Key Performance Indicators (KPIs)</a:t>
          </a:r>
          <a:endParaRPr lang="en-US" sz="1700" kern="1200"/>
        </a:p>
      </dsp:txBody>
      <dsp:txXfrm>
        <a:off x="5541184" y="163200"/>
        <a:ext cx="2517277" cy="1510366"/>
      </dsp:txXfrm>
    </dsp:sp>
    <dsp:sp modelId="{BE530B66-4FCF-CB48-BA3A-36BEAB87DC5B}">
      <dsp:nvSpPr>
        <dsp:cNvPr id="0" name=""/>
        <dsp:cNvSpPr/>
      </dsp:nvSpPr>
      <dsp:spPr>
        <a:xfrm>
          <a:off x="8310190" y="163200"/>
          <a:ext cx="2517277" cy="1510366"/>
        </a:xfrm>
        <a:prstGeom prst="rect">
          <a:avLst/>
        </a:prstGeom>
        <a:gradFill rotWithShape="0">
          <a:gsLst>
            <a:gs pos="0">
              <a:schemeClr val="accent5">
                <a:hueOff val="-1830616"/>
                <a:satOff val="7839"/>
                <a:lumOff val="4202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5">
                <a:hueOff val="-1830616"/>
                <a:satOff val="7839"/>
                <a:lumOff val="4202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5">
                <a:hueOff val="-1830616"/>
                <a:satOff val="7839"/>
                <a:lumOff val="4202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/>
            <a:t>Number of movie views tracked</a:t>
          </a:r>
          <a:endParaRPr lang="en-US" sz="1700" kern="1200"/>
        </a:p>
      </dsp:txBody>
      <dsp:txXfrm>
        <a:off x="8310190" y="163200"/>
        <a:ext cx="2517277" cy="1510366"/>
      </dsp:txXfrm>
    </dsp:sp>
    <dsp:sp modelId="{A13C411E-E2EB-624B-9F16-BBB95254FDC8}">
      <dsp:nvSpPr>
        <dsp:cNvPr id="0" name=""/>
        <dsp:cNvSpPr/>
      </dsp:nvSpPr>
      <dsp:spPr>
        <a:xfrm>
          <a:off x="3173" y="1925295"/>
          <a:ext cx="2517277" cy="1510366"/>
        </a:xfrm>
        <a:prstGeom prst="rect">
          <a:avLst/>
        </a:prstGeom>
        <a:gradFill rotWithShape="0">
          <a:gsLst>
            <a:gs pos="0">
              <a:schemeClr val="accent5">
                <a:hueOff val="-2440821"/>
                <a:satOff val="10452"/>
                <a:lumOff val="5602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5">
                <a:hueOff val="-2440821"/>
                <a:satOff val="10452"/>
                <a:lumOff val="5602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5">
                <a:hueOff val="-2440821"/>
                <a:satOff val="10452"/>
                <a:lumOff val="5602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/>
            <a:t>Watchlist additions per user</a:t>
          </a:r>
          <a:endParaRPr lang="en-US" sz="1700" kern="1200"/>
        </a:p>
      </dsp:txBody>
      <dsp:txXfrm>
        <a:off x="3173" y="1925295"/>
        <a:ext cx="2517277" cy="1510366"/>
      </dsp:txXfrm>
    </dsp:sp>
    <dsp:sp modelId="{25DA2CF7-D7F9-0342-8715-86DA18163788}">
      <dsp:nvSpPr>
        <dsp:cNvPr id="0" name=""/>
        <dsp:cNvSpPr/>
      </dsp:nvSpPr>
      <dsp:spPr>
        <a:xfrm>
          <a:off x="2772178" y="1925295"/>
          <a:ext cx="2517277" cy="1510366"/>
        </a:xfrm>
        <a:prstGeom prst="rect">
          <a:avLst/>
        </a:prstGeom>
        <a:gradFill rotWithShape="0">
          <a:gsLst>
            <a:gs pos="0">
              <a:schemeClr val="accent5">
                <a:hueOff val="-3051026"/>
                <a:satOff val="13065"/>
                <a:lumOff val="7003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5">
                <a:hueOff val="-3051026"/>
                <a:satOff val="13065"/>
                <a:lumOff val="7003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5">
                <a:hueOff val="-3051026"/>
                <a:satOff val="13065"/>
                <a:lumOff val="7003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/>
            <a:t>Average movie rating submissions</a:t>
          </a:r>
          <a:endParaRPr lang="en-US" sz="1700" kern="1200"/>
        </a:p>
      </dsp:txBody>
      <dsp:txXfrm>
        <a:off x="2772178" y="1925295"/>
        <a:ext cx="2517277" cy="1510366"/>
      </dsp:txXfrm>
    </dsp:sp>
    <dsp:sp modelId="{A7A98CB0-7D79-1941-B2A0-EFA78D725726}">
      <dsp:nvSpPr>
        <dsp:cNvPr id="0" name=""/>
        <dsp:cNvSpPr/>
      </dsp:nvSpPr>
      <dsp:spPr>
        <a:xfrm>
          <a:off x="5541184" y="1925295"/>
          <a:ext cx="2517277" cy="1510366"/>
        </a:xfrm>
        <a:prstGeom prst="rect">
          <a:avLst/>
        </a:prstGeom>
        <a:gradFill rotWithShape="0">
          <a:gsLst>
            <a:gs pos="0">
              <a:schemeClr val="accent5">
                <a:hueOff val="-3661232"/>
                <a:satOff val="15678"/>
                <a:lumOff val="8403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5">
                <a:hueOff val="-3661232"/>
                <a:satOff val="15678"/>
                <a:lumOff val="8403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5">
                <a:hueOff val="-3661232"/>
                <a:satOff val="15678"/>
                <a:lumOff val="8403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/>
            <a:t>Daily active user views</a:t>
          </a:r>
          <a:endParaRPr lang="en-US" sz="1700" kern="1200"/>
        </a:p>
      </dsp:txBody>
      <dsp:txXfrm>
        <a:off x="5541184" y="1925295"/>
        <a:ext cx="2517277" cy="1510366"/>
      </dsp:txXfrm>
    </dsp:sp>
    <dsp:sp modelId="{DAD8C7C0-D9D6-874F-B782-25EF436AAD19}">
      <dsp:nvSpPr>
        <dsp:cNvPr id="0" name=""/>
        <dsp:cNvSpPr/>
      </dsp:nvSpPr>
      <dsp:spPr>
        <a:xfrm>
          <a:off x="8310190" y="1925295"/>
          <a:ext cx="2517277" cy="1510366"/>
        </a:xfrm>
        <a:prstGeom prst="rect">
          <a:avLst/>
        </a:prstGeom>
        <a:gradFill rotWithShape="0">
          <a:gsLst>
            <a:gs pos="0">
              <a:schemeClr val="accent5">
                <a:hueOff val="-4271437"/>
                <a:satOff val="18291"/>
                <a:lumOff val="9804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5">
                <a:hueOff val="-4271437"/>
                <a:satOff val="18291"/>
                <a:lumOff val="9804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5">
                <a:hueOff val="-4271437"/>
                <a:satOff val="18291"/>
                <a:lumOff val="9804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/>
            <a:t>Supervisor dashboard engagement metrics</a:t>
          </a:r>
          <a:endParaRPr lang="en-US" sz="1700" kern="1200"/>
        </a:p>
      </dsp:txBody>
      <dsp:txXfrm>
        <a:off x="8310190" y="1925295"/>
        <a:ext cx="2517277" cy="1510366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0813838-47E5-B940-BB50-68DB9F89B0D6}">
      <dsp:nvSpPr>
        <dsp:cNvPr id="0" name=""/>
        <dsp:cNvSpPr/>
      </dsp:nvSpPr>
      <dsp:spPr>
        <a:xfrm>
          <a:off x="0" y="0"/>
          <a:ext cx="10266115" cy="39780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b="1" kern="1200" dirty="0"/>
            <a:t>Success Criteria</a:t>
          </a:r>
          <a:endParaRPr lang="en-US" sz="1700" kern="1200" dirty="0"/>
        </a:p>
      </dsp:txBody>
      <dsp:txXfrm>
        <a:off x="19419" y="19419"/>
        <a:ext cx="10227277" cy="358962"/>
      </dsp:txXfrm>
    </dsp:sp>
    <dsp:sp modelId="{1C89A66D-785A-E247-BA76-C7DE50E13B9C}">
      <dsp:nvSpPr>
        <dsp:cNvPr id="0" name=""/>
        <dsp:cNvSpPr/>
      </dsp:nvSpPr>
      <dsp:spPr>
        <a:xfrm>
          <a:off x="0" y="454329"/>
          <a:ext cx="10266115" cy="39780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/>
            <a:t>Successful API integration with retry mechanisms</a:t>
          </a:r>
          <a:endParaRPr lang="en-US" sz="1700" kern="1200"/>
        </a:p>
      </dsp:txBody>
      <dsp:txXfrm>
        <a:off x="19419" y="473748"/>
        <a:ext cx="10227277" cy="358962"/>
      </dsp:txXfrm>
    </dsp:sp>
    <dsp:sp modelId="{40578C26-7335-B347-B9F3-985BFCBCD984}">
      <dsp:nvSpPr>
        <dsp:cNvPr id="0" name=""/>
        <dsp:cNvSpPr/>
      </dsp:nvSpPr>
      <dsp:spPr>
        <a:xfrm>
          <a:off x="0" y="901089"/>
          <a:ext cx="10266115" cy="39780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/>
            <a:t>Role-based authentication functioning correctly</a:t>
          </a:r>
          <a:endParaRPr lang="en-US" sz="1700" kern="1200"/>
        </a:p>
      </dsp:txBody>
      <dsp:txXfrm>
        <a:off x="19419" y="920508"/>
        <a:ext cx="10227277" cy="358962"/>
      </dsp:txXfrm>
    </dsp:sp>
    <dsp:sp modelId="{ED181EF9-4C84-7C42-B215-B0B8651E8971}">
      <dsp:nvSpPr>
        <dsp:cNvPr id="0" name=""/>
        <dsp:cNvSpPr/>
      </dsp:nvSpPr>
      <dsp:spPr>
        <a:xfrm>
          <a:off x="0" y="1347849"/>
          <a:ext cx="10266115" cy="39780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/>
            <a:t>Analytics dashboard displaying accurate real-time data</a:t>
          </a:r>
          <a:endParaRPr lang="en-US" sz="1700" kern="1200"/>
        </a:p>
      </dsp:txBody>
      <dsp:txXfrm>
        <a:off x="19419" y="1367268"/>
        <a:ext cx="10227277" cy="358962"/>
      </dsp:txXfrm>
    </dsp:sp>
    <dsp:sp modelId="{88D36C14-D8ED-AC43-813A-804E0D6CA52D}">
      <dsp:nvSpPr>
        <dsp:cNvPr id="0" name=""/>
        <dsp:cNvSpPr/>
      </dsp:nvSpPr>
      <dsp:spPr>
        <a:xfrm>
          <a:off x="0" y="1794609"/>
          <a:ext cx="10266115" cy="39780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/>
            <a:t>Content moderation effectively filtering hidden movies</a:t>
          </a:r>
          <a:endParaRPr lang="en-US" sz="1700" kern="1200"/>
        </a:p>
      </dsp:txBody>
      <dsp:txXfrm>
        <a:off x="19419" y="1814028"/>
        <a:ext cx="10227277" cy="358962"/>
      </dsp:txXfrm>
    </dsp:sp>
    <dsp:sp modelId="{3C53984F-6D39-CD43-A16A-4AAE78CFEB69}">
      <dsp:nvSpPr>
        <dsp:cNvPr id="0" name=""/>
        <dsp:cNvSpPr/>
      </dsp:nvSpPr>
      <dsp:spPr>
        <a:xfrm>
          <a:off x="0" y="2241369"/>
          <a:ext cx="10266115" cy="39780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b="1" kern="1200"/>
            <a:t>Strategic Alignment</a:t>
          </a:r>
          <a:endParaRPr lang="en-US" sz="1700" kern="1200"/>
        </a:p>
      </dsp:txBody>
      <dsp:txXfrm>
        <a:off x="19419" y="2260788"/>
        <a:ext cx="10227277" cy="358962"/>
      </dsp:txXfrm>
    </dsp:sp>
    <dsp:sp modelId="{756BCC39-CE90-DA41-85AA-8A9061F7FB77}">
      <dsp:nvSpPr>
        <dsp:cNvPr id="0" name=""/>
        <dsp:cNvSpPr/>
      </dsp:nvSpPr>
      <dsp:spPr>
        <a:xfrm>
          <a:off x="0" y="2688129"/>
          <a:ext cx="10266115" cy="39780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/>
            <a:t>Demonstrates modern web development practices</a:t>
          </a:r>
          <a:endParaRPr lang="en-US" sz="1700" kern="1200"/>
        </a:p>
      </dsp:txBody>
      <dsp:txXfrm>
        <a:off x="19419" y="2707548"/>
        <a:ext cx="10227277" cy="358962"/>
      </dsp:txXfrm>
    </dsp:sp>
    <dsp:sp modelId="{201F5E4B-1CF7-3445-A7D7-66FCC07A047B}">
      <dsp:nvSpPr>
        <dsp:cNvPr id="0" name=""/>
        <dsp:cNvSpPr/>
      </dsp:nvSpPr>
      <dsp:spPr>
        <a:xfrm>
          <a:off x="0" y="3134889"/>
          <a:ext cx="10266115" cy="39780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/>
            <a:t>Aligns with OTT platform architecture concepts</a:t>
          </a:r>
          <a:endParaRPr lang="en-US" sz="1700" kern="1200"/>
        </a:p>
      </dsp:txBody>
      <dsp:txXfrm>
        <a:off x="19419" y="3154308"/>
        <a:ext cx="10227277" cy="358962"/>
      </dsp:txXfrm>
    </dsp:sp>
    <dsp:sp modelId="{BA10311E-F3ED-A746-B628-73AF4E780394}">
      <dsp:nvSpPr>
        <dsp:cNvPr id="0" name=""/>
        <dsp:cNvSpPr/>
      </dsp:nvSpPr>
      <dsp:spPr>
        <a:xfrm>
          <a:off x="0" y="3581649"/>
          <a:ext cx="10266115" cy="39780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/>
            <a:t>Showcases backend scalability &amp; API integration</a:t>
          </a:r>
          <a:endParaRPr lang="en-US" sz="1700" kern="1200"/>
        </a:p>
      </dsp:txBody>
      <dsp:txXfrm>
        <a:off x="19419" y="3601068"/>
        <a:ext cx="10227277" cy="358962"/>
      </dsp:txXfrm>
    </dsp:sp>
    <dsp:sp modelId="{78BA94D6-F7C8-044D-A2BD-27E69FD7A3F7}">
      <dsp:nvSpPr>
        <dsp:cNvPr id="0" name=""/>
        <dsp:cNvSpPr/>
      </dsp:nvSpPr>
      <dsp:spPr>
        <a:xfrm>
          <a:off x="0" y="4028409"/>
          <a:ext cx="10266115" cy="39780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/>
            <a:t>Suitable for academic and enterprise-level demonstrations</a:t>
          </a:r>
          <a:endParaRPr lang="en-US" sz="1700" kern="1200"/>
        </a:p>
      </dsp:txBody>
      <dsp:txXfrm>
        <a:off x="19419" y="4047828"/>
        <a:ext cx="10227277" cy="358962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B970CE5-F311-F940-9035-FE30936FACB1}">
      <dsp:nvSpPr>
        <dsp:cNvPr id="0" name=""/>
        <dsp:cNvSpPr/>
      </dsp:nvSpPr>
      <dsp:spPr>
        <a:xfrm>
          <a:off x="2650" y="631050"/>
          <a:ext cx="2103024" cy="1261814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b="1" kern="1200"/>
            <a:t>System Architecture</a:t>
          </a:r>
          <a:endParaRPr lang="en-US" sz="1500" kern="1200"/>
        </a:p>
      </dsp:txBody>
      <dsp:txXfrm>
        <a:off x="2650" y="631050"/>
        <a:ext cx="2103024" cy="1261814"/>
      </dsp:txXfrm>
    </dsp:sp>
    <dsp:sp modelId="{D1523F93-EB3C-1445-A814-1AFB75E8AFDA}">
      <dsp:nvSpPr>
        <dsp:cNvPr id="0" name=""/>
        <dsp:cNvSpPr/>
      </dsp:nvSpPr>
      <dsp:spPr>
        <a:xfrm>
          <a:off x="2315978" y="631050"/>
          <a:ext cx="2103024" cy="1261814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b="1" kern="1200"/>
            <a:t>Architecture Style</a:t>
          </a:r>
          <a:endParaRPr lang="en-US" sz="1500" kern="1200"/>
        </a:p>
      </dsp:txBody>
      <dsp:txXfrm>
        <a:off x="2315978" y="631050"/>
        <a:ext cx="2103024" cy="1261814"/>
      </dsp:txXfrm>
    </dsp:sp>
    <dsp:sp modelId="{894825D4-4E8C-3748-8B79-14FB1DACBC8C}">
      <dsp:nvSpPr>
        <dsp:cNvPr id="0" name=""/>
        <dsp:cNvSpPr/>
      </dsp:nvSpPr>
      <dsp:spPr>
        <a:xfrm>
          <a:off x="4629305" y="631050"/>
          <a:ext cx="2103024" cy="1261814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/>
            <a:t>Django </a:t>
          </a:r>
          <a:r>
            <a:rPr lang="en-IN" sz="1500" b="1" kern="1200"/>
            <a:t>MVT (Model-View-Template)</a:t>
          </a:r>
          <a:r>
            <a:rPr lang="en-IN" sz="1500" kern="1200"/>
            <a:t> Architecture</a:t>
          </a:r>
          <a:endParaRPr lang="en-US" sz="1500" kern="1200"/>
        </a:p>
      </dsp:txBody>
      <dsp:txXfrm>
        <a:off x="4629305" y="631050"/>
        <a:ext cx="2103024" cy="1261814"/>
      </dsp:txXfrm>
    </dsp:sp>
    <dsp:sp modelId="{2CA4A5D2-B5FB-9343-B058-966E76718C79}">
      <dsp:nvSpPr>
        <dsp:cNvPr id="0" name=""/>
        <dsp:cNvSpPr/>
      </dsp:nvSpPr>
      <dsp:spPr>
        <a:xfrm>
          <a:off x="6942632" y="631050"/>
          <a:ext cx="2103024" cy="1261814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b="1" kern="1200"/>
            <a:t>High-Level Architecture Components</a:t>
          </a:r>
          <a:endParaRPr lang="en-US" sz="1500" kern="1200"/>
        </a:p>
      </dsp:txBody>
      <dsp:txXfrm>
        <a:off x="6942632" y="631050"/>
        <a:ext cx="2103024" cy="1261814"/>
      </dsp:txXfrm>
    </dsp:sp>
    <dsp:sp modelId="{7BC8B169-3DF9-E446-9E90-930E9ABB286D}">
      <dsp:nvSpPr>
        <dsp:cNvPr id="0" name=""/>
        <dsp:cNvSpPr/>
      </dsp:nvSpPr>
      <dsp:spPr>
        <a:xfrm>
          <a:off x="2650" y="2103167"/>
          <a:ext cx="2103024" cy="1261814"/>
        </a:xfrm>
        <a:prstGeom prst="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b="1" kern="1200"/>
            <a:t>Frontend Layer</a:t>
          </a:r>
          <a:endParaRPr lang="en-US" sz="1500" kern="120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200" kern="1200"/>
            <a:t>HTML5</a:t>
          </a:r>
          <a:endParaRPr lang="en-US" sz="1200" kern="120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200" kern="1200"/>
            <a:t>CSS3 (Glassmorphism + Dark Theme)</a:t>
          </a:r>
          <a:endParaRPr lang="en-US" sz="1200" kern="120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200" kern="1200"/>
            <a:t>JavaScript (AJAX interactions)</a:t>
          </a:r>
          <a:endParaRPr lang="en-US" sz="1200" kern="1200"/>
        </a:p>
      </dsp:txBody>
      <dsp:txXfrm>
        <a:off x="2650" y="2103167"/>
        <a:ext cx="2103024" cy="1261814"/>
      </dsp:txXfrm>
    </dsp:sp>
    <dsp:sp modelId="{DCBF411A-0A02-094F-B7CC-2E44D136E111}">
      <dsp:nvSpPr>
        <dsp:cNvPr id="0" name=""/>
        <dsp:cNvSpPr/>
      </dsp:nvSpPr>
      <dsp:spPr>
        <a:xfrm>
          <a:off x="2315978" y="2103167"/>
          <a:ext cx="2103024" cy="1261814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b="1" kern="1200"/>
            <a:t>Backend Layer</a:t>
          </a:r>
          <a:endParaRPr lang="en-US" sz="1500" kern="120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200" kern="1200"/>
            <a:t>Django 4.2.7</a:t>
          </a:r>
          <a:endParaRPr lang="en-US" sz="1200" kern="120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200" kern="1200"/>
            <a:t>Service Layer (TMDBService, YouTubeService)</a:t>
          </a:r>
          <a:endParaRPr lang="en-US" sz="1200" kern="120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200" kern="1200"/>
            <a:t>Business Logic (Views)</a:t>
          </a:r>
          <a:endParaRPr lang="en-US" sz="1200" kern="1200"/>
        </a:p>
      </dsp:txBody>
      <dsp:txXfrm>
        <a:off x="2315978" y="2103167"/>
        <a:ext cx="2103024" cy="1261814"/>
      </dsp:txXfrm>
    </dsp:sp>
    <dsp:sp modelId="{77CB1AAB-32F9-D247-BA73-27F7B4CBF8B9}">
      <dsp:nvSpPr>
        <dsp:cNvPr id="0" name=""/>
        <dsp:cNvSpPr/>
      </dsp:nvSpPr>
      <dsp:spPr>
        <a:xfrm>
          <a:off x="4629305" y="2103167"/>
          <a:ext cx="2103024" cy="1261814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b="1" kern="1200"/>
            <a:t>Database Layer</a:t>
          </a:r>
          <a:endParaRPr lang="en-US" sz="1500" kern="120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200" kern="1200"/>
            <a:t>SQLite (Development)</a:t>
          </a:r>
          <a:endParaRPr lang="en-US" sz="1200" kern="120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200" kern="1200"/>
            <a:t>Relational models (Movie, Watchlist, Rating, MovieView)</a:t>
          </a:r>
          <a:endParaRPr lang="en-US" sz="1200" kern="1200"/>
        </a:p>
      </dsp:txBody>
      <dsp:txXfrm>
        <a:off x="4629305" y="2103167"/>
        <a:ext cx="2103024" cy="1261814"/>
      </dsp:txXfrm>
    </dsp:sp>
    <dsp:sp modelId="{E9172962-7F74-ED4E-A195-AACDA1C82B87}">
      <dsp:nvSpPr>
        <dsp:cNvPr id="0" name=""/>
        <dsp:cNvSpPr/>
      </dsp:nvSpPr>
      <dsp:spPr>
        <a:xfrm>
          <a:off x="6942632" y="2103167"/>
          <a:ext cx="2103024" cy="1261814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b="1" kern="1200"/>
            <a:t>External APIs</a:t>
          </a:r>
          <a:endParaRPr lang="en-US" sz="1500" kern="120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200" kern="1200"/>
            <a:t>TMDB API (movie data)</a:t>
          </a:r>
          <a:endParaRPr lang="en-US" sz="1200" kern="120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200" kern="1200"/>
            <a:t>YouTube Data API (trailers)</a:t>
          </a:r>
          <a:endParaRPr lang="en-US" sz="1200" kern="1200"/>
        </a:p>
      </dsp:txBody>
      <dsp:txXfrm>
        <a:off x="6942632" y="2103167"/>
        <a:ext cx="2103024" cy="1261814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4A5B488-0EEE-AA49-B483-A3BE64D6F8BC}">
      <dsp:nvSpPr>
        <dsp:cNvPr id="0" name=""/>
        <dsp:cNvSpPr/>
      </dsp:nvSpPr>
      <dsp:spPr>
        <a:xfrm>
          <a:off x="560570" y="1375"/>
          <a:ext cx="1798055" cy="1078833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1" kern="1200"/>
            <a:t>Security Features</a:t>
          </a:r>
          <a:endParaRPr lang="en-US" sz="1800" kern="1200"/>
        </a:p>
      </dsp:txBody>
      <dsp:txXfrm>
        <a:off x="560570" y="1375"/>
        <a:ext cx="1798055" cy="1078833"/>
      </dsp:txXfrm>
    </dsp:sp>
    <dsp:sp modelId="{18B399FD-3F9A-BD42-8981-530D08394939}">
      <dsp:nvSpPr>
        <dsp:cNvPr id="0" name=""/>
        <dsp:cNvSpPr/>
      </dsp:nvSpPr>
      <dsp:spPr>
        <a:xfrm>
          <a:off x="2538431" y="1375"/>
          <a:ext cx="1798055" cy="1078833"/>
        </a:xfrm>
        <a:prstGeom prst="rect">
          <a:avLst/>
        </a:prstGeom>
        <a:gradFill rotWithShape="0">
          <a:gsLst>
            <a:gs pos="0">
              <a:schemeClr val="accent5">
                <a:hueOff val="-305103"/>
                <a:satOff val="1307"/>
                <a:lumOff val="700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5">
                <a:hueOff val="-305103"/>
                <a:satOff val="1307"/>
                <a:lumOff val="700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5">
                <a:hueOff val="-305103"/>
                <a:satOff val="1307"/>
                <a:lumOff val="700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/>
            <a:t>CSRF Protection</a:t>
          </a:r>
          <a:endParaRPr lang="en-US" sz="1800" kern="1200"/>
        </a:p>
      </dsp:txBody>
      <dsp:txXfrm>
        <a:off x="2538431" y="1375"/>
        <a:ext cx="1798055" cy="1078833"/>
      </dsp:txXfrm>
    </dsp:sp>
    <dsp:sp modelId="{9C09D136-7F59-8942-894D-F2DF197457E8}">
      <dsp:nvSpPr>
        <dsp:cNvPr id="0" name=""/>
        <dsp:cNvSpPr/>
      </dsp:nvSpPr>
      <dsp:spPr>
        <a:xfrm>
          <a:off x="4516292" y="1375"/>
          <a:ext cx="1798055" cy="1078833"/>
        </a:xfrm>
        <a:prstGeom prst="rect">
          <a:avLst/>
        </a:prstGeom>
        <a:gradFill rotWithShape="0">
          <a:gsLst>
            <a:gs pos="0">
              <a:schemeClr val="accent5">
                <a:hueOff val="-610205"/>
                <a:satOff val="2613"/>
                <a:lumOff val="1401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5">
                <a:hueOff val="-610205"/>
                <a:satOff val="2613"/>
                <a:lumOff val="1401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5">
                <a:hueOff val="-610205"/>
                <a:satOff val="2613"/>
                <a:lumOff val="1401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/>
            <a:t>Password Validators</a:t>
          </a:r>
          <a:endParaRPr lang="en-US" sz="1800" kern="1200"/>
        </a:p>
      </dsp:txBody>
      <dsp:txXfrm>
        <a:off x="4516292" y="1375"/>
        <a:ext cx="1798055" cy="1078833"/>
      </dsp:txXfrm>
    </dsp:sp>
    <dsp:sp modelId="{7F659270-CF1A-FF41-A28D-DCCC64EE1FC8}">
      <dsp:nvSpPr>
        <dsp:cNvPr id="0" name=""/>
        <dsp:cNvSpPr/>
      </dsp:nvSpPr>
      <dsp:spPr>
        <a:xfrm>
          <a:off x="6494153" y="1375"/>
          <a:ext cx="1798055" cy="1078833"/>
        </a:xfrm>
        <a:prstGeom prst="rect">
          <a:avLst/>
        </a:prstGeom>
        <a:gradFill rotWithShape="0">
          <a:gsLst>
            <a:gs pos="0">
              <a:schemeClr val="accent5">
                <a:hueOff val="-915308"/>
                <a:satOff val="3920"/>
                <a:lumOff val="2101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5">
                <a:hueOff val="-915308"/>
                <a:satOff val="3920"/>
                <a:lumOff val="2101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5">
                <a:hueOff val="-915308"/>
                <a:satOff val="3920"/>
                <a:lumOff val="2101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/>
            <a:t>Login Required Decorators</a:t>
          </a:r>
          <a:endParaRPr lang="en-US" sz="1800" kern="1200"/>
        </a:p>
      </dsp:txBody>
      <dsp:txXfrm>
        <a:off x="6494153" y="1375"/>
        <a:ext cx="1798055" cy="1078833"/>
      </dsp:txXfrm>
    </dsp:sp>
    <dsp:sp modelId="{032DF57B-2D30-C640-9102-B9A24CCAC94C}">
      <dsp:nvSpPr>
        <dsp:cNvPr id="0" name=""/>
        <dsp:cNvSpPr/>
      </dsp:nvSpPr>
      <dsp:spPr>
        <a:xfrm>
          <a:off x="8472015" y="1375"/>
          <a:ext cx="1798055" cy="1078833"/>
        </a:xfrm>
        <a:prstGeom prst="rect">
          <a:avLst/>
        </a:prstGeom>
        <a:gradFill rotWithShape="0">
          <a:gsLst>
            <a:gs pos="0">
              <a:schemeClr val="accent5">
                <a:hueOff val="-1220411"/>
                <a:satOff val="5226"/>
                <a:lumOff val="2801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5">
                <a:hueOff val="-1220411"/>
                <a:satOff val="5226"/>
                <a:lumOff val="2801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5">
                <a:hueOff val="-1220411"/>
                <a:satOff val="5226"/>
                <a:lumOff val="2801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/>
            <a:t>Staff-only Access Controls</a:t>
          </a:r>
          <a:endParaRPr lang="en-US" sz="1800" kern="1200"/>
        </a:p>
      </dsp:txBody>
      <dsp:txXfrm>
        <a:off x="8472015" y="1375"/>
        <a:ext cx="1798055" cy="1078833"/>
      </dsp:txXfrm>
    </dsp:sp>
    <dsp:sp modelId="{25EC580E-1018-004A-AB00-9CD81F209139}">
      <dsp:nvSpPr>
        <dsp:cNvPr id="0" name=""/>
        <dsp:cNvSpPr/>
      </dsp:nvSpPr>
      <dsp:spPr>
        <a:xfrm>
          <a:off x="560570" y="1260014"/>
          <a:ext cx="1798055" cy="1078833"/>
        </a:xfrm>
        <a:prstGeom prst="rect">
          <a:avLst/>
        </a:prstGeom>
        <a:gradFill rotWithShape="0">
          <a:gsLst>
            <a:gs pos="0">
              <a:schemeClr val="accent5">
                <a:hueOff val="-1525513"/>
                <a:satOff val="6533"/>
                <a:lumOff val="3501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5">
                <a:hueOff val="-1525513"/>
                <a:satOff val="6533"/>
                <a:lumOff val="3501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5">
                <a:hueOff val="-1525513"/>
                <a:satOff val="6533"/>
                <a:lumOff val="3501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/>
            <a:t>Environment-based API key storage</a:t>
          </a:r>
          <a:endParaRPr lang="en-US" sz="1800" kern="1200"/>
        </a:p>
      </dsp:txBody>
      <dsp:txXfrm>
        <a:off x="560570" y="1260014"/>
        <a:ext cx="1798055" cy="1078833"/>
      </dsp:txXfrm>
    </dsp:sp>
    <dsp:sp modelId="{005C7052-EE17-054F-94D2-3D0E894E86C1}">
      <dsp:nvSpPr>
        <dsp:cNvPr id="0" name=""/>
        <dsp:cNvSpPr/>
      </dsp:nvSpPr>
      <dsp:spPr>
        <a:xfrm>
          <a:off x="2538431" y="1260014"/>
          <a:ext cx="1798055" cy="1078833"/>
        </a:xfrm>
        <a:prstGeom prst="rect">
          <a:avLst/>
        </a:prstGeom>
        <a:gradFill rotWithShape="0">
          <a:gsLst>
            <a:gs pos="0">
              <a:schemeClr val="accent5">
                <a:hueOff val="-1830616"/>
                <a:satOff val="7839"/>
                <a:lumOff val="4202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5">
                <a:hueOff val="-1830616"/>
                <a:satOff val="7839"/>
                <a:lumOff val="4202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5">
                <a:hueOff val="-1830616"/>
                <a:satOff val="7839"/>
                <a:lumOff val="4202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/>
            <a:t>XSS &amp; Clickjacking protection</a:t>
          </a:r>
          <a:endParaRPr lang="en-US" sz="1800" kern="1200"/>
        </a:p>
      </dsp:txBody>
      <dsp:txXfrm>
        <a:off x="2538431" y="1260014"/>
        <a:ext cx="1798055" cy="1078833"/>
      </dsp:txXfrm>
    </dsp:sp>
    <dsp:sp modelId="{500474DA-2BC3-F64C-AD01-C9248956D2B0}">
      <dsp:nvSpPr>
        <dsp:cNvPr id="0" name=""/>
        <dsp:cNvSpPr/>
      </dsp:nvSpPr>
      <dsp:spPr>
        <a:xfrm>
          <a:off x="4516292" y="1260014"/>
          <a:ext cx="1798055" cy="1078833"/>
        </a:xfrm>
        <a:prstGeom prst="rect">
          <a:avLst/>
        </a:prstGeom>
        <a:gradFill rotWithShape="0">
          <a:gsLst>
            <a:gs pos="0">
              <a:schemeClr val="accent5">
                <a:hueOff val="-2135718"/>
                <a:satOff val="9146"/>
                <a:lumOff val="4902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5">
                <a:hueOff val="-2135718"/>
                <a:satOff val="9146"/>
                <a:lumOff val="4902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5">
                <a:hueOff val="-2135718"/>
                <a:satOff val="9146"/>
                <a:lumOff val="4902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/>
            <a:t>IP tracking with proxy support</a:t>
          </a:r>
          <a:endParaRPr lang="en-US" sz="1800" kern="1200"/>
        </a:p>
      </dsp:txBody>
      <dsp:txXfrm>
        <a:off x="4516292" y="1260014"/>
        <a:ext cx="1798055" cy="1078833"/>
      </dsp:txXfrm>
    </dsp:sp>
    <dsp:sp modelId="{875A2E5B-03E0-EF44-B935-48C53C300B89}">
      <dsp:nvSpPr>
        <dsp:cNvPr id="0" name=""/>
        <dsp:cNvSpPr/>
      </dsp:nvSpPr>
      <dsp:spPr>
        <a:xfrm>
          <a:off x="6494153" y="1260014"/>
          <a:ext cx="1798055" cy="1078833"/>
        </a:xfrm>
        <a:prstGeom prst="rect">
          <a:avLst/>
        </a:prstGeom>
        <a:gradFill rotWithShape="0">
          <a:gsLst>
            <a:gs pos="0">
              <a:schemeClr val="accent5">
                <a:hueOff val="-2440821"/>
                <a:satOff val="10452"/>
                <a:lumOff val="5602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5">
                <a:hueOff val="-2440821"/>
                <a:satOff val="10452"/>
                <a:lumOff val="5602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5">
                <a:hueOff val="-2440821"/>
                <a:satOff val="10452"/>
                <a:lumOff val="5602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1" kern="1200"/>
            <a:t>Scalability Considerations</a:t>
          </a:r>
          <a:endParaRPr lang="en-US" sz="1800" kern="1200"/>
        </a:p>
      </dsp:txBody>
      <dsp:txXfrm>
        <a:off x="6494153" y="1260014"/>
        <a:ext cx="1798055" cy="1078833"/>
      </dsp:txXfrm>
    </dsp:sp>
    <dsp:sp modelId="{87C70A2E-35D1-D746-826A-92655B50DB3E}">
      <dsp:nvSpPr>
        <dsp:cNvPr id="0" name=""/>
        <dsp:cNvSpPr/>
      </dsp:nvSpPr>
      <dsp:spPr>
        <a:xfrm>
          <a:off x="8472015" y="1260014"/>
          <a:ext cx="1798055" cy="1078833"/>
        </a:xfrm>
        <a:prstGeom prst="rect">
          <a:avLst/>
        </a:prstGeom>
        <a:gradFill rotWithShape="0">
          <a:gsLst>
            <a:gs pos="0">
              <a:schemeClr val="accent5">
                <a:hueOff val="-2745924"/>
                <a:satOff val="11759"/>
                <a:lumOff val="6303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5">
                <a:hueOff val="-2745924"/>
                <a:satOff val="11759"/>
                <a:lumOff val="6303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5">
                <a:hueOff val="-2745924"/>
                <a:satOff val="11759"/>
                <a:lumOff val="6303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/>
            <a:t>Service-layer API abstraction</a:t>
          </a:r>
          <a:endParaRPr lang="en-US" sz="1800" kern="1200"/>
        </a:p>
      </dsp:txBody>
      <dsp:txXfrm>
        <a:off x="8472015" y="1260014"/>
        <a:ext cx="1798055" cy="1078833"/>
      </dsp:txXfrm>
    </dsp:sp>
    <dsp:sp modelId="{4886E099-F33D-A749-8503-A17810C5F173}">
      <dsp:nvSpPr>
        <dsp:cNvPr id="0" name=""/>
        <dsp:cNvSpPr/>
      </dsp:nvSpPr>
      <dsp:spPr>
        <a:xfrm>
          <a:off x="560570" y="2518653"/>
          <a:ext cx="1798055" cy="1078833"/>
        </a:xfrm>
        <a:prstGeom prst="rect">
          <a:avLst/>
        </a:prstGeom>
        <a:gradFill rotWithShape="0">
          <a:gsLst>
            <a:gs pos="0">
              <a:schemeClr val="accent5">
                <a:hueOff val="-3051026"/>
                <a:satOff val="13065"/>
                <a:lumOff val="7003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5">
                <a:hueOff val="-3051026"/>
                <a:satOff val="13065"/>
                <a:lumOff val="7003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5">
                <a:hueOff val="-3051026"/>
                <a:satOff val="13065"/>
                <a:lumOff val="7003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/>
            <a:t>Exponential backoff retry mechanism</a:t>
          </a:r>
          <a:endParaRPr lang="en-US" sz="1800" kern="1200"/>
        </a:p>
      </dsp:txBody>
      <dsp:txXfrm>
        <a:off x="560570" y="2518653"/>
        <a:ext cx="1798055" cy="1078833"/>
      </dsp:txXfrm>
    </dsp:sp>
    <dsp:sp modelId="{3587C90B-EF07-5B43-A80E-389D7198CE8E}">
      <dsp:nvSpPr>
        <dsp:cNvPr id="0" name=""/>
        <dsp:cNvSpPr/>
      </dsp:nvSpPr>
      <dsp:spPr>
        <a:xfrm>
          <a:off x="2538431" y="2518653"/>
          <a:ext cx="1798055" cy="1078833"/>
        </a:xfrm>
        <a:prstGeom prst="rect">
          <a:avLst/>
        </a:prstGeom>
        <a:gradFill rotWithShape="0">
          <a:gsLst>
            <a:gs pos="0">
              <a:schemeClr val="accent5">
                <a:hueOff val="-3356129"/>
                <a:satOff val="14372"/>
                <a:lumOff val="7703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5">
                <a:hueOff val="-3356129"/>
                <a:satOff val="14372"/>
                <a:lumOff val="7703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5">
                <a:hueOff val="-3356129"/>
                <a:satOff val="14372"/>
                <a:lumOff val="7703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/>
            <a:t>Cached YouTube trailer keys</a:t>
          </a:r>
          <a:endParaRPr lang="en-US" sz="1800" kern="1200"/>
        </a:p>
      </dsp:txBody>
      <dsp:txXfrm>
        <a:off x="2538431" y="2518653"/>
        <a:ext cx="1798055" cy="1078833"/>
      </dsp:txXfrm>
    </dsp:sp>
    <dsp:sp modelId="{0F70042A-7388-3E49-8273-7C306EC4777E}">
      <dsp:nvSpPr>
        <dsp:cNvPr id="0" name=""/>
        <dsp:cNvSpPr/>
      </dsp:nvSpPr>
      <dsp:spPr>
        <a:xfrm>
          <a:off x="4516292" y="2518653"/>
          <a:ext cx="1798055" cy="1078833"/>
        </a:xfrm>
        <a:prstGeom prst="rect">
          <a:avLst/>
        </a:prstGeom>
        <a:gradFill rotWithShape="0">
          <a:gsLst>
            <a:gs pos="0">
              <a:schemeClr val="accent5">
                <a:hueOff val="-3661232"/>
                <a:satOff val="15678"/>
                <a:lumOff val="8403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5">
                <a:hueOff val="-3661232"/>
                <a:satOff val="15678"/>
                <a:lumOff val="8403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5">
                <a:hueOff val="-3661232"/>
                <a:satOff val="15678"/>
                <a:lumOff val="8403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/>
            <a:t>Modular Django apps</a:t>
          </a:r>
          <a:endParaRPr lang="en-US" sz="1800" kern="1200"/>
        </a:p>
      </dsp:txBody>
      <dsp:txXfrm>
        <a:off x="4516292" y="2518653"/>
        <a:ext cx="1798055" cy="1078833"/>
      </dsp:txXfrm>
    </dsp:sp>
    <dsp:sp modelId="{542E4EEF-EE6E-594F-9060-C4898A28100C}">
      <dsp:nvSpPr>
        <dsp:cNvPr id="0" name=""/>
        <dsp:cNvSpPr/>
      </dsp:nvSpPr>
      <dsp:spPr>
        <a:xfrm>
          <a:off x="6494153" y="2518653"/>
          <a:ext cx="1798055" cy="1078833"/>
        </a:xfrm>
        <a:prstGeom prst="rect">
          <a:avLst/>
        </a:prstGeom>
        <a:gradFill rotWithShape="0">
          <a:gsLst>
            <a:gs pos="0">
              <a:schemeClr val="accent5">
                <a:hueOff val="-3966334"/>
                <a:satOff val="16985"/>
                <a:lumOff val="9104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5">
                <a:hueOff val="-3966334"/>
                <a:satOff val="16985"/>
                <a:lumOff val="9104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5">
                <a:hueOff val="-3966334"/>
                <a:satOff val="16985"/>
                <a:lumOff val="9104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/>
            <a:t>Pagination for large data sets</a:t>
          </a:r>
          <a:endParaRPr lang="en-US" sz="1800" kern="1200"/>
        </a:p>
      </dsp:txBody>
      <dsp:txXfrm>
        <a:off x="6494153" y="2518653"/>
        <a:ext cx="1798055" cy="1078833"/>
      </dsp:txXfrm>
    </dsp:sp>
    <dsp:sp modelId="{65E16240-EFFA-9E4A-B59A-8C971D5A9D8E}">
      <dsp:nvSpPr>
        <dsp:cNvPr id="0" name=""/>
        <dsp:cNvSpPr/>
      </dsp:nvSpPr>
      <dsp:spPr>
        <a:xfrm>
          <a:off x="8472015" y="2518653"/>
          <a:ext cx="1798055" cy="1078833"/>
        </a:xfrm>
        <a:prstGeom prst="rect">
          <a:avLst/>
        </a:prstGeom>
        <a:gradFill rotWithShape="0">
          <a:gsLst>
            <a:gs pos="0">
              <a:schemeClr val="accent5">
                <a:hueOff val="-4271437"/>
                <a:satOff val="18291"/>
                <a:lumOff val="9804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5">
                <a:hueOff val="-4271437"/>
                <a:satOff val="18291"/>
                <a:lumOff val="9804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5">
                <a:hueOff val="-4271437"/>
                <a:satOff val="18291"/>
                <a:lumOff val="9804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/>
            <a:t>Hidden movie filtering system</a:t>
          </a:r>
          <a:endParaRPr lang="en-US" sz="1800" kern="1200"/>
        </a:p>
      </dsp:txBody>
      <dsp:txXfrm>
        <a:off x="8472015" y="2518653"/>
        <a:ext cx="1798055" cy="1078833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8339D0B-C4B7-6048-8766-7F2550604FDC}">
      <dsp:nvSpPr>
        <dsp:cNvPr id="0" name=""/>
        <dsp:cNvSpPr/>
      </dsp:nvSpPr>
      <dsp:spPr>
        <a:xfrm>
          <a:off x="1322" y="133585"/>
          <a:ext cx="1665845" cy="999507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b="1" kern="1200"/>
            <a:t>Phase 4: Authentication &amp; Roles</a:t>
          </a:r>
          <a:endParaRPr lang="en-US" sz="1700" kern="1200"/>
        </a:p>
      </dsp:txBody>
      <dsp:txXfrm>
        <a:off x="1322" y="133585"/>
        <a:ext cx="1665845" cy="999507"/>
      </dsp:txXfrm>
    </dsp:sp>
    <dsp:sp modelId="{339B13CF-4DF0-E94E-9AAC-1857A93E9BC4}">
      <dsp:nvSpPr>
        <dsp:cNvPr id="0" name=""/>
        <dsp:cNvSpPr/>
      </dsp:nvSpPr>
      <dsp:spPr>
        <a:xfrm>
          <a:off x="1833752" y="133585"/>
          <a:ext cx="1665845" cy="999507"/>
        </a:xfrm>
        <a:prstGeom prst="rect">
          <a:avLst/>
        </a:prstGeom>
        <a:gradFill rotWithShape="0">
          <a:gsLst>
            <a:gs pos="0">
              <a:schemeClr val="accent2">
                <a:hueOff val="-288756"/>
                <a:satOff val="-100"/>
                <a:lumOff val="37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2">
                <a:hueOff val="-288756"/>
                <a:satOff val="-100"/>
                <a:lumOff val="37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2">
                <a:hueOff val="-288756"/>
                <a:satOff val="-100"/>
                <a:lumOff val="37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/>
            <a:t>User registration &amp; login</a:t>
          </a:r>
          <a:endParaRPr lang="en-US" sz="1700" kern="1200"/>
        </a:p>
      </dsp:txBody>
      <dsp:txXfrm>
        <a:off x="1833752" y="133585"/>
        <a:ext cx="1665845" cy="999507"/>
      </dsp:txXfrm>
    </dsp:sp>
    <dsp:sp modelId="{652C019C-EEBF-4E4E-B732-18907182213F}">
      <dsp:nvSpPr>
        <dsp:cNvPr id="0" name=""/>
        <dsp:cNvSpPr/>
      </dsp:nvSpPr>
      <dsp:spPr>
        <a:xfrm>
          <a:off x="3666182" y="133585"/>
          <a:ext cx="1665845" cy="999507"/>
        </a:xfrm>
        <a:prstGeom prst="rect">
          <a:avLst/>
        </a:prstGeom>
        <a:gradFill rotWithShape="0">
          <a:gsLst>
            <a:gs pos="0">
              <a:schemeClr val="accent2">
                <a:hueOff val="-577511"/>
                <a:satOff val="-200"/>
                <a:lumOff val="74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2">
                <a:hueOff val="-577511"/>
                <a:satOff val="-200"/>
                <a:lumOff val="74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2">
                <a:hueOff val="-577511"/>
                <a:satOff val="-200"/>
                <a:lumOff val="74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/>
            <a:t>Supervisor login</a:t>
          </a:r>
          <a:endParaRPr lang="en-US" sz="1700" kern="1200"/>
        </a:p>
      </dsp:txBody>
      <dsp:txXfrm>
        <a:off x="3666182" y="133585"/>
        <a:ext cx="1665845" cy="999507"/>
      </dsp:txXfrm>
    </dsp:sp>
    <dsp:sp modelId="{2A4766A9-32BC-404E-8E26-B873AD1F7D7A}">
      <dsp:nvSpPr>
        <dsp:cNvPr id="0" name=""/>
        <dsp:cNvSpPr/>
      </dsp:nvSpPr>
      <dsp:spPr>
        <a:xfrm>
          <a:off x="5498612" y="133585"/>
          <a:ext cx="1665845" cy="999507"/>
        </a:xfrm>
        <a:prstGeom prst="rect">
          <a:avLst/>
        </a:prstGeom>
        <a:gradFill rotWithShape="0">
          <a:gsLst>
            <a:gs pos="0">
              <a:schemeClr val="accent2">
                <a:hueOff val="-866267"/>
                <a:satOff val="-301"/>
                <a:lumOff val="110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2">
                <a:hueOff val="-866267"/>
                <a:satOff val="-301"/>
                <a:lumOff val="110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2">
                <a:hueOff val="-866267"/>
                <a:satOff val="-301"/>
                <a:lumOff val="110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/>
            <a:t>Role-based access control</a:t>
          </a:r>
          <a:endParaRPr lang="en-US" sz="1700" kern="1200"/>
        </a:p>
      </dsp:txBody>
      <dsp:txXfrm>
        <a:off x="5498612" y="133585"/>
        <a:ext cx="1665845" cy="999507"/>
      </dsp:txXfrm>
    </dsp:sp>
    <dsp:sp modelId="{B201D71C-60DD-3E40-B305-274E86322065}">
      <dsp:nvSpPr>
        <dsp:cNvPr id="0" name=""/>
        <dsp:cNvSpPr/>
      </dsp:nvSpPr>
      <dsp:spPr>
        <a:xfrm>
          <a:off x="7331043" y="133585"/>
          <a:ext cx="1665845" cy="999507"/>
        </a:xfrm>
        <a:prstGeom prst="rect">
          <a:avLst/>
        </a:prstGeom>
        <a:gradFill rotWithShape="0">
          <a:gsLst>
            <a:gs pos="0">
              <a:schemeClr val="accent2">
                <a:hueOff val="-1155023"/>
                <a:satOff val="-401"/>
                <a:lumOff val="147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2">
                <a:hueOff val="-1155023"/>
                <a:satOff val="-401"/>
                <a:lumOff val="147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2">
                <a:hueOff val="-1155023"/>
                <a:satOff val="-401"/>
                <a:lumOff val="147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b="1" kern="1200"/>
            <a:t>Phase 5: Analytics &amp; Moderation</a:t>
          </a:r>
          <a:endParaRPr lang="en-US" sz="1700" kern="1200"/>
        </a:p>
      </dsp:txBody>
      <dsp:txXfrm>
        <a:off x="7331043" y="133585"/>
        <a:ext cx="1665845" cy="999507"/>
      </dsp:txXfrm>
    </dsp:sp>
    <dsp:sp modelId="{C7A90988-1889-7245-A30B-2D9C991E381F}">
      <dsp:nvSpPr>
        <dsp:cNvPr id="0" name=""/>
        <dsp:cNvSpPr/>
      </dsp:nvSpPr>
      <dsp:spPr>
        <a:xfrm>
          <a:off x="9163473" y="133585"/>
          <a:ext cx="1665845" cy="999507"/>
        </a:xfrm>
        <a:prstGeom prst="rect">
          <a:avLst/>
        </a:prstGeom>
        <a:gradFill rotWithShape="0">
          <a:gsLst>
            <a:gs pos="0">
              <a:schemeClr val="accent2">
                <a:hueOff val="-1443778"/>
                <a:satOff val="-501"/>
                <a:lumOff val="184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2">
                <a:hueOff val="-1443778"/>
                <a:satOff val="-501"/>
                <a:lumOff val="184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2">
                <a:hueOff val="-1443778"/>
                <a:satOff val="-501"/>
                <a:lumOff val="184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/>
            <a:t>MovieView tracking</a:t>
          </a:r>
          <a:endParaRPr lang="en-US" sz="1700" kern="1200"/>
        </a:p>
      </dsp:txBody>
      <dsp:txXfrm>
        <a:off x="9163473" y="133585"/>
        <a:ext cx="1665845" cy="999507"/>
      </dsp:txXfrm>
    </dsp:sp>
    <dsp:sp modelId="{510E50A3-2CB4-ED44-98C9-B8EFD6A37D74}">
      <dsp:nvSpPr>
        <dsp:cNvPr id="0" name=""/>
        <dsp:cNvSpPr/>
      </dsp:nvSpPr>
      <dsp:spPr>
        <a:xfrm>
          <a:off x="1322" y="1299677"/>
          <a:ext cx="1665845" cy="999507"/>
        </a:xfrm>
        <a:prstGeom prst="rect">
          <a:avLst/>
        </a:prstGeom>
        <a:gradFill rotWithShape="0">
          <a:gsLst>
            <a:gs pos="0">
              <a:schemeClr val="accent2">
                <a:hueOff val="-1732534"/>
                <a:satOff val="-601"/>
                <a:lumOff val="221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2">
                <a:hueOff val="-1732534"/>
                <a:satOff val="-601"/>
                <a:lumOff val="221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2">
                <a:hueOff val="-1732534"/>
                <a:satOff val="-601"/>
                <a:lumOff val="221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/>
            <a:t>Supervisor dashboard</a:t>
          </a:r>
          <a:endParaRPr lang="en-US" sz="1700" kern="1200"/>
        </a:p>
      </dsp:txBody>
      <dsp:txXfrm>
        <a:off x="1322" y="1299677"/>
        <a:ext cx="1665845" cy="999507"/>
      </dsp:txXfrm>
    </dsp:sp>
    <dsp:sp modelId="{998B8EB9-6587-5145-BF30-2CCFC5472DAF}">
      <dsp:nvSpPr>
        <dsp:cNvPr id="0" name=""/>
        <dsp:cNvSpPr/>
      </dsp:nvSpPr>
      <dsp:spPr>
        <a:xfrm>
          <a:off x="1833752" y="1299677"/>
          <a:ext cx="1665845" cy="999507"/>
        </a:xfrm>
        <a:prstGeom prst="rect">
          <a:avLst/>
        </a:prstGeom>
        <a:gradFill rotWithShape="0">
          <a:gsLst>
            <a:gs pos="0">
              <a:schemeClr val="accent2">
                <a:hueOff val="-2021290"/>
                <a:satOff val="-701"/>
                <a:lumOff val="257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2">
                <a:hueOff val="-2021290"/>
                <a:satOff val="-701"/>
                <a:lumOff val="257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2">
                <a:hueOff val="-2021290"/>
                <a:satOff val="-701"/>
                <a:lumOff val="257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/>
            <a:t>Chart.js integration</a:t>
          </a:r>
          <a:endParaRPr lang="en-US" sz="1700" kern="1200"/>
        </a:p>
      </dsp:txBody>
      <dsp:txXfrm>
        <a:off x="1833752" y="1299677"/>
        <a:ext cx="1665845" cy="999507"/>
      </dsp:txXfrm>
    </dsp:sp>
    <dsp:sp modelId="{186DBED2-3F4B-4E46-A1AD-8B9729C88F6E}">
      <dsp:nvSpPr>
        <dsp:cNvPr id="0" name=""/>
        <dsp:cNvSpPr/>
      </dsp:nvSpPr>
      <dsp:spPr>
        <a:xfrm>
          <a:off x="3666182" y="1299677"/>
          <a:ext cx="1665845" cy="999507"/>
        </a:xfrm>
        <a:prstGeom prst="rect">
          <a:avLst/>
        </a:prstGeom>
        <a:gradFill rotWithShape="0">
          <a:gsLst>
            <a:gs pos="0">
              <a:schemeClr val="accent2">
                <a:hueOff val="-2310045"/>
                <a:satOff val="-802"/>
                <a:lumOff val="294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2">
                <a:hueOff val="-2310045"/>
                <a:satOff val="-802"/>
                <a:lumOff val="294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2">
                <a:hueOff val="-2310045"/>
                <a:satOff val="-802"/>
                <a:lumOff val="294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/>
            <a:t>Content moderation system</a:t>
          </a:r>
          <a:endParaRPr lang="en-US" sz="1700" kern="1200"/>
        </a:p>
      </dsp:txBody>
      <dsp:txXfrm>
        <a:off x="3666182" y="1299677"/>
        <a:ext cx="1665845" cy="999507"/>
      </dsp:txXfrm>
    </dsp:sp>
    <dsp:sp modelId="{126F99B7-A6F3-6C4D-A72F-841DB1F25F42}">
      <dsp:nvSpPr>
        <dsp:cNvPr id="0" name=""/>
        <dsp:cNvSpPr/>
      </dsp:nvSpPr>
      <dsp:spPr>
        <a:xfrm>
          <a:off x="5498612" y="1299677"/>
          <a:ext cx="1665845" cy="999507"/>
        </a:xfrm>
        <a:prstGeom prst="rect">
          <a:avLst/>
        </a:prstGeom>
        <a:gradFill rotWithShape="0">
          <a:gsLst>
            <a:gs pos="0">
              <a:schemeClr val="accent2">
                <a:hueOff val="-2598801"/>
                <a:satOff val="-902"/>
                <a:lumOff val="331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2">
                <a:hueOff val="-2598801"/>
                <a:satOff val="-902"/>
                <a:lumOff val="331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2">
                <a:hueOff val="-2598801"/>
                <a:satOff val="-902"/>
                <a:lumOff val="331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b="1" kern="1200"/>
            <a:t>Phase 6: Testing &amp; Debugging</a:t>
          </a:r>
          <a:endParaRPr lang="en-US" sz="1700" kern="1200"/>
        </a:p>
      </dsp:txBody>
      <dsp:txXfrm>
        <a:off x="5498612" y="1299677"/>
        <a:ext cx="1665845" cy="999507"/>
      </dsp:txXfrm>
    </dsp:sp>
    <dsp:sp modelId="{BF942CF2-DAB4-B14F-8BB4-445202597D47}">
      <dsp:nvSpPr>
        <dsp:cNvPr id="0" name=""/>
        <dsp:cNvSpPr/>
      </dsp:nvSpPr>
      <dsp:spPr>
        <a:xfrm>
          <a:off x="7331043" y="1299677"/>
          <a:ext cx="1665845" cy="999507"/>
        </a:xfrm>
        <a:prstGeom prst="rect">
          <a:avLst/>
        </a:prstGeom>
        <a:gradFill rotWithShape="0">
          <a:gsLst>
            <a:gs pos="0">
              <a:schemeClr val="accent2">
                <a:hueOff val="-2887557"/>
                <a:satOff val="-1002"/>
                <a:lumOff val="368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2">
                <a:hueOff val="-2887557"/>
                <a:satOff val="-1002"/>
                <a:lumOff val="368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2">
                <a:hueOff val="-2887557"/>
                <a:satOff val="-1002"/>
                <a:lumOff val="368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/>
            <a:t>API retry testing</a:t>
          </a:r>
          <a:endParaRPr lang="en-US" sz="1700" kern="1200"/>
        </a:p>
      </dsp:txBody>
      <dsp:txXfrm>
        <a:off x="7331043" y="1299677"/>
        <a:ext cx="1665845" cy="999507"/>
      </dsp:txXfrm>
    </dsp:sp>
    <dsp:sp modelId="{177B7B6D-CB45-0E4A-88F9-E44647ADE7EB}">
      <dsp:nvSpPr>
        <dsp:cNvPr id="0" name=""/>
        <dsp:cNvSpPr/>
      </dsp:nvSpPr>
      <dsp:spPr>
        <a:xfrm>
          <a:off x="9163473" y="1299677"/>
          <a:ext cx="1665845" cy="999507"/>
        </a:xfrm>
        <a:prstGeom prst="rect">
          <a:avLst/>
        </a:prstGeom>
        <a:gradFill rotWithShape="0">
          <a:gsLst>
            <a:gs pos="0">
              <a:schemeClr val="accent2">
                <a:hueOff val="-3176312"/>
                <a:satOff val="-1102"/>
                <a:lumOff val="404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2">
                <a:hueOff val="-3176312"/>
                <a:satOff val="-1102"/>
                <a:lumOff val="404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2">
                <a:hueOff val="-3176312"/>
                <a:satOff val="-1102"/>
                <a:lumOff val="404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/>
            <a:t>Security validation</a:t>
          </a:r>
          <a:endParaRPr lang="en-US" sz="1700" kern="1200"/>
        </a:p>
      </dsp:txBody>
      <dsp:txXfrm>
        <a:off x="9163473" y="1299677"/>
        <a:ext cx="1665845" cy="999507"/>
      </dsp:txXfrm>
    </dsp:sp>
    <dsp:sp modelId="{D1EDD32D-767A-1A45-B051-D8ADDCD55449}">
      <dsp:nvSpPr>
        <dsp:cNvPr id="0" name=""/>
        <dsp:cNvSpPr/>
      </dsp:nvSpPr>
      <dsp:spPr>
        <a:xfrm>
          <a:off x="917537" y="2465769"/>
          <a:ext cx="1665845" cy="999507"/>
        </a:xfrm>
        <a:prstGeom prst="rect">
          <a:avLst/>
        </a:prstGeom>
        <a:gradFill rotWithShape="0">
          <a:gsLst>
            <a:gs pos="0">
              <a:schemeClr val="accent2">
                <a:hueOff val="-3465068"/>
                <a:satOff val="-1202"/>
                <a:lumOff val="441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2">
                <a:hueOff val="-3465068"/>
                <a:satOff val="-1202"/>
                <a:lumOff val="441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2">
                <a:hueOff val="-3465068"/>
                <a:satOff val="-1202"/>
                <a:lumOff val="441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/>
            <a:t>Error handling pages (404/500)</a:t>
          </a:r>
          <a:endParaRPr lang="en-US" sz="1700" kern="1200"/>
        </a:p>
      </dsp:txBody>
      <dsp:txXfrm>
        <a:off x="917537" y="2465769"/>
        <a:ext cx="1665845" cy="999507"/>
      </dsp:txXfrm>
    </dsp:sp>
    <dsp:sp modelId="{8157EEC9-535C-0A44-A220-4BF4188ACEC5}">
      <dsp:nvSpPr>
        <dsp:cNvPr id="0" name=""/>
        <dsp:cNvSpPr/>
      </dsp:nvSpPr>
      <dsp:spPr>
        <a:xfrm>
          <a:off x="2749967" y="2465769"/>
          <a:ext cx="1665845" cy="999507"/>
        </a:xfrm>
        <a:prstGeom prst="rect">
          <a:avLst/>
        </a:prstGeom>
        <a:gradFill rotWithShape="0">
          <a:gsLst>
            <a:gs pos="0">
              <a:schemeClr val="accent2">
                <a:hueOff val="-3753824"/>
                <a:satOff val="-1302"/>
                <a:lumOff val="478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2">
                <a:hueOff val="-3753824"/>
                <a:satOff val="-1302"/>
                <a:lumOff val="478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2">
                <a:hueOff val="-3753824"/>
                <a:satOff val="-1302"/>
                <a:lumOff val="478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b="1" kern="1200"/>
            <a:t>Phase 7: Deployment Preparation</a:t>
          </a:r>
          <a:endParaRPr lang="en-US" sz="1700" kern="1200"/>
        </a:p>
      </dsp:txBody>
      <dsp:txXfrm>
        <a:off x="2749967" y="2465769"/>
        <a:ext cx="1665845" cy="999507"/>
      </dsp:txXfrm>
    </dsp:sp>
    <dsp:sp modelId="{95D5118B-E2BC-7D48-9FF5-50BF566AB787}">
      <dsp:nvSpPr>
        <dsp:cNvPr id="0" name=""/>
        <dsp:cNvSpPr/>
      </dsp:nvSpPr>
      <dsp:spPr>
        <a:xfrm>
          <a:off x="4582397" y="2465769"/>
          <a:ext cx="1665845" cy="999507"/>
        </a:xfrm>
        <a:prstGeom prst="rect">
          <a:avLst/>
        </a:prstGeom>
        <a:gradFill rotWithShape="0">
          <a:gsLst>
            <a:gs pos="0">
              <a:schemeClr val="accent2">
                <a:hueOff val="-4042579"/>
                <a:satOff val="-1403"/>
                <a:lumOff val="515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2">
                <a:hueOff val="-4042579"/>
                <a:satOff val="-1403"/>
                <a:lumOff val="515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2">
                <a:hueOff val="-4042579"/>
                <a:satOff val="-1403"/>
                <a:lumOff val="515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/>
            <a:t>Gunicorn configuration</a:t>
          </a:r>
          <a:endParaRPr lang="en-US" sz="1700" kern="1200"/>
        </a:p>
      </dsp:txBody>
      <dsp:txXfrm>
        <a:off x="4582397" y="2465769"/>
        <a:ext cx="1665845" cy="999507"/>
      </dsp:txXfrm>
    </dsp:sp>
    <dsp:sp modelId="{B583405B-81D7-384C-BD79-374AD9E2359F}">
      <dsp:nvSpPr>
        <dsp:cNvPr id="0" name=""/>
        <dsp:cNvSpPr/>
      </dsp:nvSpPr>
      <dsp:spPr>
        <a:xfrm>
          <a:off x="6414827" y="2465769"/>
          <a:ext cx="1665845" cy="999507"/>
        </a:xfrm>
        <a:prstGeom prst="rect">
          <a:avLst/>
        </a:prstGeom>
        <a:gradFill rotWithShape="0">
          <a:gsLst>
            <a:gs pos="0">
              <a:schemeClr val="accent2">
                <a:hueOff val="-4331335"/>
                <a:satOff val="-1503"/>
                <a:lumOff val="551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2">
                <a:hueOff val="-4331335"/>
                <a:satOff val="-1503"/>
                <a:lumOff val="551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2">
                <a:hueOff val="-4331335"/>
                <a:satOff val="-1503"/>
                <a:lumOff val="551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/>
            <a:t>Environment variable setup</a:t>
          </a:r>
          <a:endParaRPr lang="en-US" sz="1700" kern="1200"/>
        </a:p>
      </dsp:txBody>
      <dsp:txXfrm>
        <a:off x="6414827" y="2465769"/>
        <a:ext cx="1665845" cy="999507"/>
      </dsp:txXfrm>
    </dsp:sp>
    <dsp:sp modelId="{02DAAB77-73B7-EC4F-9B78-A9DCC4366B61}">
      <dsp:nvSpPr>
        <dsp:cNvPr id="0" name=""/>
        <dsp:cNvSpPr/>
      </dsp:nvSpPr>
      <dsp:spPr>
        <a:xfrm>
          <a:off x="8247258" y="2465769"/>
          <a:ext cx="1665845" cy="999507"/>
        </a:xfrm>
        <a:prstGeom prst="rect">
          <a:avLst/>
        </a:prstGeom>
        <a:gradFill rotWithShape="0">
          <a:gsLst>
            <a:gs pos="0">
              <a:schemeClr val="accent2">
                <a:hueOff val="-4620091"/>
                <a:satOff val="-1603"/>
                <a:lumOff val="588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2">
                <a:hueOff val="-4620091"/>
                <a:satOff val="-1603"/>
                <a:lumOff val="588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2">
                <a:hueOff val="-4620091"/>
                <a:satOff val="-1603"/>
                <a:lumOff val="588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/>
            <a:t>Production readiness review</a:t>
          </a:r>
          <a:endParaRPr lang="en-US" sz="1700" kern="1200"/>
        </a:p>
      </dsp:txBody>
      <dsp:txXfrm>
        <a:off x="8247258" y="2465769"/>
        <a:ext cx="1665845" cy="999507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68DD2DC-AB1B-5248-A946-76EB32C44921}">
      <dsp:nvSpPr>
        <dsp:cNvPr id="0" name=""/>
        <dsp:cNvSpPr/>
      </dsp:nvSpPr>
      <dsp:spPr>
        <a:xfrm>
          <a:off x="0" y="47394"/>
          <a:ext cx="1179181" cy="707508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b="1" kern="1200"/>
            <a:t>Identified Risks</a:t>
          </a:r>
          <a:endParaRPr lang="en-US" sz="1100" kern="1200"/>
        </a:p>
      </dsp:txBody>
      <dsp:txXfrm>
        <a:off x="20722" y="68116"/>
        <a:ext cx="1137737" cy="666064"/>
      </dsp:txXfrm>
    </dsp:sp>
    <dsp:sp modelId="{30620BB4-73C3-B74E-89F9-2591BB5C60C8}">
      <dsp:nvSpPr>
        <dsp:cNvPr id="0" name=""/>
        <dsp:cNvSpPr/>
      </dsp:nvSpPr>
      <dsp:spPr>
        <a:xfrm>
          <a:off x="1282949" y="254930"/>
          <a:ext cx="249986" cy="292437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900" kern="1200"/>
        </a:p>
      </dsp:txBody>
      <dsp:txXfrm>
        <a:off x="1282949" y="313417"/>
        <a:ext cx="174990" cy="175463"/>
      </dsp:txXfrm>
    </dsp:sp>
    <dsp:sp modelId="{E688D8AF-A877-8246-B6F6-20A7652B898B}">
      <dsp:nvSpPr>
        <dsp:cNvPr id="0" name=""/>
        <dsp:cNvSpPr/>
      </dsp:nvSpPr>
      <dsp:spPr>
        <a:xfrm>
          <a:off x="1650854" y="47394"/>
          <a:ext cx="1179181" cy="707508"/>
        </a:xfrm>
        <a:prstGeom prst="roundRect">
          <a:avLst>
            <a:gd name="adj" fmla="val 10000"/>
          </a:avLst>
        </a:prstGeom>
        <a:solidFill>
          <a:schemeClr val="accent5">
            <a:hueOff val="-266965"/>
            <a:satOff val="1143"/>
            <a:lumOff val="61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/>
            <a:t>API rate limit exceedance</a:t>
          </a:r>
          <a:endParaRPr lang="en-US" sz="1100" kern="1200"/>
        </a:p>
      </dsp:txBody>
      <dsp:txXfrm>
        <a:off x="1671576" y="68116"/>
        <a:ext cx="1137737" cy="666064"/>
      </dsp:txXfrm>
    </dsp:sp>
    <dsp:sp modelId="{E2579C31-BB62-5146-BD27-0815E841C287}">
      <dsp:nvSpPr>
        <dsp:cNvPr id="0" name=""/>
        <dsp:cNvSpPr/>
      </dsp:nvSpPr>
      <dsp:spPr>
        <a:xfrm>
          <a:off x="2933803" y="254930"/>
          <a:ext cx="249986" cy="292437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284762"/>
            <a:satOff val="1219"/>
            <a:lumOff val="654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900" kern="1200"/>
        </a:p>
      </dsp:txBody>
      <dsp:txXfrm>
        <a:off x="2933803" y="313417"/>
        <a:ext cx="174990" cy="175463"/>
      </dsp:txXfrm>
    </dsp:sp>
    <dsp:sp modelId="{A6BA4792-03E9-C74C-BFFA-18D3C806CF53}">
      <dsp:nvSpPr>
        <dsp:cNvPr id="0" name=""/>
        <dsp:cNvSpPr/>
      </dsp:nvSpPr>
      <dsp:spPr>
        <a:xfrm>
          <a:off x="3301708" y="47394"/>
          <a:ext cx="1179181" cy="707508"/>
        </a:xfrm>
        <a:prstGeom prst="roundRect">
          <a:avLst>
            <a:gd name="adj" fmla="val 10000"/>
          </a:avLst>
        </a:prstGeom>
        <a:solidFill>
          <a:schemeClr val="accent5">
            <a:hueOff val="-533930"/>
            <a:satOff val="2286"/>
            <a:lumOff val="122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/>
            <a:t>External API downtime</a:t>
          </a:r>
          <a:endParaRPr lang="en-US" sz="1100" kern="1200"/>
        </a:p>
      </dsp:txBody>
      <dsp:txXfrm>
        <a:off x="3322430" y="68116"/>
        <a:ext cx="1137737" cy="666064"/>
      </dsp:txXfrm>
    </dsp:sp>
    <dsp:sp modelId="{3C7FE012-0F8E-B24A-806B-2403CC19F18A}">
      <dsp:nvSpPr>
        <dsp:cNvPr id="0" name=""/>
        <dsp:cNvSpPr/>
      </dsp:nvSpPr>
      <dsp:spPr>
        <a:xfrm>
          <a:off x="4584658" y="254930"/>
          <a:ext cx="249986" cy="292437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569525"/>
            <a:satOff val="2439"/>
            <a:lumOff val="1307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900" kern="1200"/>
        </a:p>
      </dsp:txBody>
      <dsp:txXfrm>
        <a:off x="4584658" y="313417"/>
        <a:ext cx="174990" cy="175463"/>
      </dsp:txXfrm>
    </dsp:sp>
    <dsp:sp modelId="{6E0EB7A5-4502-2A46-B7A8-635FA17D0070}">
      <dsp:nvSpPr>
        <dsp:cNvPr id="0" name=""/>
        <dsp:cNvSpPr/>
      </dsp:nvSpPr>
      <dsp:spPr>
        <a:xfrm>
          <a:off x="4952562" y="47394"/>
          <a:ext cx="1179181" cy="707508"/>
        </a:xfrm>
        <a:prstGeom prst="roundRect">
          <a:avLst>
            <a:gd name="adj" fmla="val 10000"/>
          </a:avLst>
        </a:prstGeom>
        <a:solidFill>
          <a:schemeClr val="accent5">
            <a:hueOff val="-800894"/>
            <a:satOff val="3430"/>
            <a:lumOff val="183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/>
            <a:t>Security vulnerabilities</a:t>
          </a:r>
          <a:endParaRPr lang="en-US" sz="1100" kern="1200"/>
        </a:p>
      </dsp:txBody>
      <dsp:txXfrm>
        <a:off x="4973284" y="68116"/>
        <a:ext cx="1137737" cy="666064"/>
      </dsp:txXfrm>
    </dsp:sp>
    <dsp:sp modelId="{C9723120-2887-FA49-B424-F8ACFD2F42D3}">
      <dsp:nvSpPr>
        <dsp:cNvPr id="0" name=""/>
        <dsp:cNvSpPr/>
      </dsp:nvSpPr>
      <dsp:spPr>
        <a:xfrm>
          <a:off x="6235512" y="254930"/>
          <a:ext cx="249986" cy="292437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854287"/>
            <a:satOff val="3658"/>
            <a:lumOff val="1961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900" kern="1200"/>
        </a:p>
      </dsp:txBody>
      <dsp:txXfrm>
        <a:off x="6235512" y="313417"/>
        <a:ext cx="174990" cy="175463"/>
      </dsp:txXfrm>
    </dsp:sp>
    <dsp:sp modelId="{36E808D5-504C-F44D-AE60-A3A86EDE0286}">
      <dsp:nvSpPr>
        <dsp:cNvPr id="0" name=""/>
        <dsp:cNvSpPr/>
      </dsp:nvSpPr>
      <dsp:spPr>
        <a:xfrm>
          <a:off x="6603417" y="47394"/>
          <a:ext cx="1179181" cy="707508"/>
        </a:xfrm>
        <a:prstGeom prst="roundRect">
          <a:avLst>
            <a:gd name="adj" fmla="val 10000"/>
          </a:avLst>
        </a:prstGeom>
        <a:solidFill>
          <a:schemeClr val="accent5">
            <a:hueOff val="-1067859"/>
            <a:satOff val="4573"/>
            <a:lumOff val="245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/>
            <a:t>Unauthorized access attempts</a:t>
          </a:r>
          <a:endParaRPr lang="en-US" sz="1100" kern="1200"/>
        </a:p>
      </dsp:txBody>
      <dsp:txXfrm>
        <a:off x="6624139" y="68116"/>
        <a:ext cx="1137737" cy="666064"/>
      </dsp:txXfrm>
    </dsp:sp>
    <dsp:sp modelId="{B1F8BC07-24AE-0644-BD27-E892C83B59FA}">
      <dsp:nvSpPr>
        <dsp:cNvPr id="0" name=""/>
        <dsp:cNvSpPr/>
      </dsp:nvSpPr>
      <dsp:spPr>
        <a:xfrm>
          <a:off x="7886366" y="254930"/>
          <a:ext cx="249986" cy="292437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1139050"/>
            <a:satOff val="4878"/>
            <a:lumOff val="2614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900" kern="1200"/>
        </a:p>
      </dsp:txBody>
      <dsp:txXfrm>
        <a:off x="7886366" y="313417"/>
        <a:ext cx="174990" cy="175463"/>
      </dsp:txXfrm>
    </dsp:sp>
    <dsp:sp modelId="{EB0D1458-A7EC-2045-B91E-83A99F3BD9AB}">
      <dsp:nvSpPr>
        <dsp:cNvPr id="0" name=""/>
        <dsp:cNvSpPr/>
      </dsp:nvSpPr>
      <dsp:spPr>
        <a:xfrm>
          <a:off x="8254271" y="47394"/>
          <a:ext cx="1179181" cy="707508"/>
        </a:xfrm>
        <a:prstGeom prst="roundRect">
          <a:avLst>
            <a:gd name="adj" fmla="val 10000"/>
          </a:avLst>
        </a:prstGeom>
        <a:solidFill>
          <a:schemeClr val="accent5">
            <a:hueOff val="-1334824"/>
            <a:satOff val="5716"/>
            <a:lumOff val="306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/>
            <a:t>Data inconsistency</a:t>
          </a:r>
          <a:endParaRPr lang="en-US" sz="1100" kern="1200"/>
        </a:p>
      </dsp:txBody>
      <dsp:txXfrm>
        <a:off x="8274993" y="68116"/>
        <a:ext cx="1137737" cy="666064"/>
      </dsp:txXfrm>
    </dsp:sp>
    <dsp:sp modelId="{9A396F2F-62EA-DF4C-9FC2-BF053B26BE30}">
      <dsp:nvSpPr>
        <dsp:cNvPr id="0" name=""/>
        <dsp:cNvSpPr/>
      </dsp:nvSpPr>
      <dsp:spPr>
        <a:xfrm rot="5400000">
          <a:off x="8718868" y="837446"/>
          <a:ext cx="249986" cy="292437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1423812"/>
            <a:satOff val="6097"/>
            <a:lumOff val="3268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900" kern="1200"/>
        </a:p>
      </dsp:txBody>
      <dsp:txXfrm rot="-5400000">
        <a:off x="8756130" y="858671"/>
        <a:ext cx="175463" cy="174990"/>
      </dsp:txXfrm>
    </dsp:sp>
    <dsp:sp modelId="{9784B8A4-EA75-8A42-8EFB-8DCBAB633E13}">
      <dsp:nvSpPr>
        <dsp:cNvPr id="0" name=""/>
        <dsp:cNvSpPr/>
      </dsp:nvSpPr>
      <dsp:spPr>
        <a:xfrm>
          <a:off x="8254271" y="1226576"/>
          <a:ext cx="1179181" cy="707508"/>
        </a:xfrm>
        <a:prstGeom prst="roundRect">
          <a:avLst>
            <a:gd name="adj" fmla="val 10000"/>
          </a:avLst>
        </a:prstGeom>
        <a:solidFill>
          <a:schemeClr val="accent5">
            <a:hueOff val="-1601789"/>
            <a:satOff val="6859"/>
            <a:lumOff val="367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b="1" kern="1200"/>
            <a:t>Mitigation Strategies</a:t>
          </a:r>
          <a:endParaRPr lang="en-US" sz="1100" kern="1200"/>
        </a:p>
      </dsp:txBody>
      <dsp:txXfrm>
        <a:off x="8274993" y="1247298"/>
        <a:ext cx="1137737" cy="666064"/>
      </dsp:txXfrm>
    </dsp:sp>
    <dsp:sp modelId="{36352FFC-8B01-1B43-B04A-0F64B0F3F184}">
      <dsp:nvSpPr>
        <dsp:cNvPr id="0" name=""/>
        <dsp:cNvSpPr/>
      </dsp:nvSpPr>
      <dsp:spPr>
        <a:xfrm rot="10800000">
          <a:off x="7900516" y="1434111"/>
          <a:ext cx="249986" cy="292437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1708575"/>
            <a:satOff val="7316"/>
            <a:lumOff val="3922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900" kern="1200"/>
        </a:p>
      </dsp:txBody>
      <dsp:txXfrm rot="10800000">
        <a:off x="7975512" y="1492598"/>
        <a:ext cx="174990" cy="175463"/>
      </dsp:txXfrm>
    </dsp:sp>
    <dsp:sp modelId="{67C6C3A4-2690-4847-B538-2FF63D267AB9}">
      <dsp:nvSpPr>
        <dsp:cNvPr id="0" name=""/>
        <dsp:cNvSpPr/>
      </dsp:nvSpPr>
      <dsp:spPr>
        <a:xfrm>
          <a:off x="6603417" y="1226576"/>
          <a:ext cx="1179181" cy="707508"/>
        </a:xfrm>
        <a:prstGeom prst="roundRect">
          <a:avLst>
            <a:gd name="adj" fmla="val 10000"/>
          </a:avLst>
        </a:prstGeom>
        <a:solidFill>
          <a:schemeClr val="accent5">
            <a:hueOff val="-1868754"/>
            <a:satOff val="8002"/>
            <a:lumOff val="428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/>
            <a:t>Tenacity retry logic</a:t>
          </a:r>
          <a:endParaRPr lang="en-US" sz="1100" kern="1200"/>
        </a:p>
      </dsp:txBody>
      <dsp:txXfrm>
        <a:off x="6624139" y="1247298"/>
        <a:ext cx="1137737" cy="666064"/>
      </dsp:txXfrm>
    </dsp:sp>
    <dsp:sp modelId="{481EA340-D5FD-2645-B271-E03F55CE93F4}">
      <dsp:nvSpPr>
        <dsp:cNvPr id="0" name=""/>
        <dsp:cNvSpPr/>
      </dsp:nvSpPr>
      <dsp:spPr>
        <a:xfrm rot="10800000">
          <a:off x="6249662" y="1434111"/>
          <a:ext cx="249986" cy="292437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1993337"/>
            <a:satOff val="8536"/>
            <a:lumOff val="4575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900" kern="1200"/>
        </a:p>
      </dsp:txBody>
      <dsp:txXfrm rot="10800000">
        <a:off x="6324658" y="1492598"/>
        <a:ext cx="174990" cy="175463"/>
      </dsp:txXfrm>
    </dsp:sp>
    <dsp:sp modelId="{30CC0F15-9ABB-954B-B088-3EDCD4F145CC}">
      <dsp:nvSpPr>
        <dsp:cNvPr id="0" name=""/>
        <dsp:cNvSpPr/>
      </dsp:nvSpPr>
      <dsp:spPr>
        <a:xfrm>
          <a:off x="4952562" y="1226576"/>
          <a:ext cx="1179181" cy="707508"/>
        </a:xfrm>
        <a:prstGeom prst="roundRect">
          <a:avLst>
            <a:gd name="adj" fmla="val 10000"/>
          </a:avLst>
        </a:prstGeom>
        <a:solidFill>
          <a:schemeClr val="accent5">
            <a:hueOff val="-2135718"/>
            <a:satOff val="9146"/>
            <a:lumOff val="490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/>
            <a:t>Cached trailer keys</a:t>
          </a:r>
          <a:endParaRPr lang="en-US" sz="1100" kern="1200"/>
        </a:p>
      </dsp:txBody>
      <dsp:txXfrm>
        <a:off x="4973284" y="1247298"/>
        <a:ext cx="1137737" cy="666064"/>
      </dsp:txXfrm>
    </dsp:sp>
    <dsp:sp modelId="{B70B5879-C153-C941-8820-A4E612ACA32C}">
      <dsp:nvSpPr>
        <dsp:cNvPr id="0" name=""/>
        <dsp:cNvSpPr/>
      </dsp:nvSpPr>
      <dsp:spPr>
        <a:xfrm rot="10800000">
          <a:off x="4598808" y="1434111"/>
          <a:ext cx="249986" cy="292437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2278100"/>
            <a:satOff val="9755"/>
            <a:lumOff val="5229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900" kern="1200"/>
        </a:p>
      </dsp:txBody>
      <dsp:txXfrm rot="10800000">
        <a:off x="4673804" y="1492598"/>
        <a:ext cx="174990" cy="175463"/>
      </dsp:txXfrm>
    </dsp:sp>
    <dsp:sp modelId="{3FCAA064-192E-744E-82F4-1A2C10DAFD88}">
      <dsp:nvSpPr>
        <dsp:cNvPr id="0" name=""/>
        <dsp:cNvSpPr/>
      </dsp:nvSpPr>
      <dsp:spPr>
        <a:xfrm>
          <a:off x="3301708" y="1226576"/>
          <a:ext cx="1179181" cy="707508"/>
        </a:xfrm>
        <a:prstGeom prst="roundRect">
          <a:avLst>
            <a:gd name="adj" fmla="val 10000"/>
          </a:avLst>
        </a:prstGeom>
        <a:solidFill>
          <a:schemeClr val="accent5">
            <a:hueOff val="-2402683"/>
            <a:satOff val="10289"/>
            <a:lumOff val="551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/>
            <a:t>Environment variable management</a:t>
          </a:r>
          <a:endParaRPr lang="en-US" sz="1100" kern="1200"/>
        </a:p>
      </dsp:txBody>
      <dsp:txXfrm>
        <a:off x="3322430" y="1247298"/>
        <a:ext cx="1137737" cy="666064"/>
      </dsp:txXfrm>
    </dsp:sp>
    <dsp:sp modelId="{F956C9D6-D47D-F34D-B2B7-52CFB7F92754}">
      <dsp:nvSpPr>
        <dsp:cNvPr id="0" name=""/>
        <dsp:cNvSpPr/>
      </dsp:nvSpPr>
      <dsp:spPr>
        <a:xfrm rot="10800000">
          <a:off x="2947954" y="1434111"/>
          <a:ext cx="249986" cy="292437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2562862"/>
            <a:satOff val="10975"/>
            <a:lumOff val="5882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900" kern="1200"/>
        </a:p>
      </dsp:txBody>
      <dsp:txXfrm rot="10800000">
        <a:off x="3022950" y="1492598"/>
        <a:ext cx="174990" cy="175463"/>
      </dsp:txXfrm>
    </dsp:sp>
    <dsp:sp modelId="{C95D3E68-2A94-964C-851E-E07C7A878510}">
      <dsp:nvSpPr>
        <dsp:cNvPr id="0" name=""/>
        <dsp:cNvSpPr/>
      </dsp:nvSpPr>
      <dsp:spPr>
        <a:xfrm>
          <a:off x="1650854" y="1226576"/>
          <a:ext cx="1179181" cy="707508"/>
        </a:xfrm>
        <a:prstGeom prst="roundRect">
          <a:avLst>
            <a:gd name="adj" fmla="val 10000"/>
          </a:avLst>
        </a:prstGeom>
        <a:solidFill>
          <a:schemeClr val="accent5">
            <a:hueOff val="-2669648"/>
            <a:satOff val="11432"/>
            <a:lumOff val="612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/>
            <a:t>Django security middleware</a:t>
          </a:r>
          <a:endParaRPr lang="en-US" sz="1100" kern="1200"/>
        </a:p>
      </dsp:txBody>
      <dsp:txXfrm>
        <a:off x="1671576" y="1247298"/>
        <a:ext cx="1137737" cy="666064"/>
      </dsp:txXfrm>
    </dsp:sp>
    <dsp:sp modelId="{FE020045-E811-1741-A661-F4C161637A12}">
      <dsp:nvSpPr>
        <dsp:cNvPr id="0" name=""/>
        <dsp:cNvSpPr/>
      </dsp:nvSpPr>
      <dsp:spPr>
        <a:xfrm rot="10800000">
          <a:off x="1297099" y="1434111"/>
          <a:ext cx="249986" cy="292437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2847625"/>
            <a:satOff val="12194"/>
            <a:lumOff val="6536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900" kern="1200"/>
        </a:p>
      </dsp:txBody>
      <dsp:txXfrm rot="10800000">
        <a:off x="1372095" y="1492598"/>
        <a:ext cx="174990" cy="175463"/>
      </dsp:txXfrm>
    </dsp:sp>
    <dsp:sp modelId="{B0D62420-FCB5-3745-B0BE-54A5F979F7AD}">
      <dsp:nvSpPr>
        <dsp:cNvPr id="0" name=""/>
        <dsp:cNvSpPr/>
      </dsp:nvSpPr>
      <dsp:spPr>
        <a:xfrm>
          <a:off x="0" y="1226576"/>
          <a:ext cx="1179181" cy="707508"/>
        </a:xfrm>
        <a:prstGeom prst="roundRect">
          <a:avLst>
            <a:gd name="adj" fmla="val 10000"/>
          </a:avLst>
        </a:prstGeom>
        <a:solidFill>
          <a:schemeClr val="accent5">
            <a:hueOff val="-2936613"/>
            <a:satOff val="12575"/>
            <a:lumOff val="674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/>
            <a:t>Unique constraints in database</a:t>
          </a:r>
          <a:endParaRPr lang="en-US" sz="1100" kern="1200"/>
        </a:p>
      </dsp:txBody>
      <dsp:txXfrm>
        <a:off x="20722" y="1247298"/>
        <a:ext cx="1137737" cy="666064"/>
      </dsp:txXfrm>
    </dsp:sp>
    <dsp:sp modelId="{FD8BA64E-2ABA-6A45-9624-2BD1CD07B051}">
      <dsp:nvSpPr>
        <dsp:cNvPr id="0" name=""/>
        <dsp:cNvSpPr/>
      </dsp:nvSpPr>
      <dsp:spPr>
        <a:xfrm rot="5400000">
          <a:off x="464597" y="2016627"/>
          <a:ext cx="249986" cy="292437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3132387"/>
            <a:satOff val="13413"/>
            <a:lumOff val="719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900" kern="1200"/>
        </a:p>
      </dsp:txBody>
      <dsp:txXfrm rot="-5400000">
        <a:off x="501859" y="2037852"/>
        <a:ext cx="175463" cy="174990"/>
      </dsp:txXfrm>
    </dsp:sp>
    <dsp:sp modelId="{232DA90E-AB93-6B4D-BFF1-0AC3C04B8FA7}">
      <dsp:nvSpPr>
        <dsp:cNvPr id="0" name=""/>
        <dsp:cNvSpPr/>
      </dsp:nvSpPr>
      <dsp:spPr>
        <a:xfrm>
          <a:off x="0" y="2405757"/>
          <a:ext cx="1179181" cy="707508"/>
        </a:xfrm>
        <a:prstGeom prst="roundRect">
          <a:avLst>
            <a:gd name="adj" fmla="val 10000"/>
          </a:avLst>
        </a:prstGeom>
        <a:solidFill>
          <a:schemeClr val="accent5">
            <a:hueOff val="-3203578"/>
            <a:satOff val="13718"/>
            <a:lumOff val="735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b="1" kern="1200"/>
            <a:t>Compliance Considerations</a:t>
          </a:r>
          <a:endParaRPr lang="en-US" sz="1100" kern="1200"/>
        </a:p>
      </dsp:txBody>
      <dsp:txXfrm>
        <a:off x="20722" y="2426479"/>
        <a:ext cx="1137737" cy="666064"/>
      </dsp:txXfrm>
    </dsp:sp>
    <dsp:sp modelId="{A5F21F1C-DDE4-A84A-9EAE-66B5DFD5E222}">
      <dsp:nvSpPr>
        <dsp:cNvPr id="0" name=""/>
        <dsp:cNvSpPr/>
      </dsp:nvSpPr>
      <dsp:spPr>
        <a:xfrm>
          <a:off x="1282949" y="2613293"/>
          <a:ext cx="249986" cy="292437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3417150"/>
            <a:satOff val="14633"/>
            <a:lumOff val="7843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900" kern="1200"/>
        </a:p>
      </dsp:txBody>
      <dsp:txXfrm>
        <a:off x="1282949" y="2671780"/>
        <a:ext cx="174990" cy="175463"/>
      </dsp:txXfrm>
    </dsp:sp>
    <dsp:sp modelId="{5EE4BCC6-C7F6-8149-8A65-116AC80ADC7D}">
      <dsp:nvSpPr>
        <dsp:cNvPr id="0" name=""/>
        <dsp:cNvSpPr/>
      </dsp:nvSpPr>
      <dsp:spPr>
        <a:xfrm>
          <a:off x="1650854" y="2405757"/>
          <a:ext cx="1179181" cy="707508"/>
        </a:xfrm>
        <a:prstGeom prst="roundRect">
          <a:avLst>
            <a:gd name="adj" fmla="val 10000"/>
          </a:avLst>
        </a:prstGeom>
        <a:solidFill>
          <a:schemeClr val="accent5">
            <a:hueOff val="-3470542"/>
            <a:satOff val="14861"/>
            <a:lumOff val="796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/>
            <a:t>API usage within quota limits</a:t>
          </a:r>
          <a:endParaRPr lang="en-US" sz="1100" kern="1200"/>
        </a:p>
      </dsp:txBody>
      <dsp:txXfrm>
        <a:off x="1671576" y="2426479"/>
        <a:ext cx="1137737" cy="666064"/>
      </dsp:txXfrm>
    </dsp:sp>
    <dsp:sp modelId="{FA4CE60F-ECBB-7442-BD8C-AD747C648F18}">
      <dsp:nvSpPr>
        <dsp:cNvPr id="0" name=""/>
        <dsp:cNvSpPr/>
      </dsp:nvSpPr>
      <dsp:spPr>
        <a:xfrm>
          <a:off x="2933803" y="2613293"/>
          <a:ext cx="249986" cy="292437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3701912"/>
            <a:satOff val="15852"/>
            <a:lumOff val="8497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900" kern="1200"/>
        </a:p>
      </dsp:txBody>
      <dsp:txXfrm>
        <a:off x="2933803" y="2671780"/>
        <a:ext cx="174990" cy="175463"/>
      </dsp:txXfrm>
    </dsp:sp>
    <dsp:sp modelId="{9571EBB1-FF0F-6A41-956D-3B60470DB9B1}">
      <dsp:nvSpPr>
        <dsp:cNvPr id="0" name=""/>
        <dsp:cNvSpPr/>
      </dsp:nvSpPr>
      <dsp:spPr>
        <a:xfrm>
          <a:off x="3301708" y="2405757"/>
          <a:ext cx="1179181" cy="707508"/>
        </a:xfrm>
        <a:prstGeom prst="roundRect">
          <a:avLst>
            <a:gd name="adj" fmla="val 10000"/>
          </a:avLst>
        </a:prstGeom>
        <a:solidFill>
          <a:schemeClr val="accent5">
            <a:hueOff val="-3737507"/>
            <a:satOff val="16005"/>
            <a:lumOff val="857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/>
            <a:t>Secure password storage (hashed)</a:t>
          </a:r>
          <a:endParaRPr lang="en-US" sz="1100" kern="1200"/>
        </a:p>
      </dsp:txBody>
      <dsp:txXfrm>
        <a:off x="3322430" y="2426479"/>
        <a:ext cx="1137737" cy="666064"/>
      </dsp:txXfrm>
    </dsp:sp>
    <dsp:sp modelId="{0516EC84-6322-B34D-B182-8F80F359FFA2}">
      <dsp:nvSpPr>
        <dsp:cNvPr id="0" name=""/>
        <dsp:cNvSpPr/>
      </dsp:nvSpPr>
      <dsp:spPr>
        <a:xfrm>
          <a:off x="4584658" y="2613293"/>
          <a:ext cx="249986" cy="292437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3986674"/>
            <a:satOff val="17072"/>
            <a:lumOff val="915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900" kern="1200"/>
        </a:p>
      </dsp:txBody>
      <dsp:txXfrm>
        <a:off x="4584658" y="2671780"/>
        <a:ext cx="174990" cy="175463"/>
      </dsp:txXfrm>
    </dsp:sp>
    <dsp:sp modelId="{10A3BA51-1D81-DE4A-8323-D189E528D8C0}">
      <dsp:nvSpPr>
        <dsp:cNvPr id="0" name=""/>
        <dsp:cNvSpPr/>
      </dsp:nvSpPr>
      <dsp:spPr>
        <a:xfrm>
          <a:off x="4952562" y="2405757"/>
          <a:ext cx="1179181" cy="707508"/>
        </a:xfrm>
        <a:prstGeom prst="roundRect">
          <a:avLst>
            <a:gd name="adj" fmla="val 10000"/>
          </a:avLst>
        </a:prstGeom>
        <a:solidFill>
          <a:schemeClr val="accent5">
            <a:hueOff val="-4004472"/>
            <a:satOff val="17148"/>
            <a:lumOff val="919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/>
            <a:t>Access control enforcement</a:t>
          </a:r>
          <a:endParaRPr lang="en-US" sz="1100" kern="1200"/>
        </a:p>
      </dsp:txBody>
      <dsp:txXfrm>
        <a:off x="4973284" y="2426479"/>
        <a:ext cx="1137737" cy="666064"/>
      </dsp:txXfrm>
    </dsp:sp>
    <dsp:sp modelId="{1E7AD8A0-5538-5245-A96E-BD74B477BC75}">
      <dsp:nvSpPr>
        <dsp:cNvPr id="0" name=""/>
        <dsp:cNvSpPr/>
      </dsp:nvSpPr>
      <dsp:spPr>
        <a:xfrm>
          <a:off x="6235512" y="2613293"/>
          <a:ext cx="249986" cy="292437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4271437"/>
            <a:satOff val="18291"/>
            <a:lumOff val="9804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900" kern="1200"/>
        </a:p>
      </dsp:txBody>
      <dsp:txXfrm>
        <a:off x="6235512" y="2671780"/>
        <a:ext cx="174990" cy="175463"/>
      </dsp:txXfrm>
    </dsp:sp>
    <dsp:sp modelId="{68749DD1-F049-3B45-BBB7-BF4E7062BC3D}">
      <dsp:nvSpPr>
        <dsp:cNvPr id="0" name=""/>
        <dsp:cNvSpPr/>
      </dsp:nvSpPr>
      <dsp:spPr>
        <a:xfrm>
          <a:off x="6603417" y="2405757"/>
          <a:ext cx="1179181" cy="707508"/>
        </a:xfrm>
        <a:prstGeom prst="roundRect">
          <a:avLst>
            <a:gd name="adj" fmla="val 10000"/>
          </a:avLst>
        </a:prstGeom>
        <a:solidFill>
          <a:schemeClr val="accent5">
            <a:hueOff val="-4271437"/>
            <a:satOff val="18291"/>
            <a:lumOff val="980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/>
            <a:t>Safe HTTP methods for actions</a:t>
          </a:r>
          <a:endParaRPr lang="en-US" sz="1100" kern="1200"/>
        </a:p>
      </dsp:txBody>
      <dsp:txXfrm>
        <a:off x="6624139" y="2426479"/>
        <a:ext cx="1137737" cy="66606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0E65D-17F0-2B42-92DD-3F5A501D2FEF}" type="datetimeFigureOut">
              <a:rPr lang="en-US" smtClean="0"/>
              <a:t>2/21/26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4A815BCB-A369-8E4A-865C-896EB16619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54074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0E65D-17F0-2B42-92DD-3F5A501D2FEF}" type="datetimeFigureOut">
              <a:rPr lang="en-US" smtClean="0"/>
              <a:t>2/21/26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15BCB-A369-8E4A-865C-896EB16619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30940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0E65D-17F0-2B42-92DD-3F5A501D2FEF}" type="datetimeFigureOut">
              <a:rPr lang="en-US" smtClean="0"/>
              <a:t>2/21/26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4A815BCB-A369-8E4A-865C-896EB16619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74752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0E65D-17F0-2B42-92DD-3F5A501D2FEF}" type="datetimeFigureOut">
              <a:rPr lang="en-US" smtClean="0"/>
              <a:t>2/21/26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15BCB-A369-8E4A-865C-896EB16619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619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0E65D-17F0-2B42-92DD-3F5A501D2FEF}" type="datetimeFigureOut">
              <a:rPr lang="en-US" smtClean="0"/>
              <a:t>2/21/26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15BCB-A369-8E4A-865C-896EB16619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56578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0E65D-17F0-2B42-92DD-3F5A501D2FEF}" type="datetimeFigureOut">
              <a:rPr lang="en-US" smtClean="0"/>
              <a:t>2/21/26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15BCB-A369-8E4A-865C-896EB16619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5549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0E65D-17F0-2B42-92DD-3F5A501D2FEF}" type="datetimeFigureOut">
              <a:rPr lang="en-US" smtClean="0"/>
              <a:t>2/21/26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15BCB-A369-8E4A-865C-896EB16619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26390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0E65D-17F0-2B42-92DD-3F5A501D2FEF}" type="datetimeFigureOut">
              <a:rPr lang="en-US" smtClean="0"/>
              <a:t>2/21/26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15BCB-A369-8E4A-865C-896EB16619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22370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0E65D-17F0-2B42-92DD-3F5A501D2FEF}" type="datetimeFigureOut">
              <a:rPr lang="en-US" smtClean="0"/>
              <a:t>2/21/26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15BCB-A369-8E4A-865C-896EB16619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20841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0E65D-17F0-2B42-92DD-3F5A501D2FEF}" type="datetimeFigureOut">
              <a:rPr lang="en-US" smtClean="0"/>
              <a:t>2/21/26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4A815BCB-A369-8E4A-865C-896EB16619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84218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0E65D-17F0-2B42-92DD-3F5A501D2FEF}" type="datetimeFigureOut">
              <a:rPr lang="en-US" smtClean="0"/>
              <a:t>2/21/26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4A815BCB-A369-8E4A-865C-896EB16619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8512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0E65D-17F0-2B42-92DD-3F5A501D2FEF}" type="datetimeFigureOut">
              <a:rPr lang="en-US" smtClean="0"/>
              <a:t>2/21/26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4A815BCB-A369-8E4A-865C-896EB16619F0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4563902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0E65D-17F0-2B42-92DD-3F5A501D2FEF}" type="datetimeFigureOut">
              <a:rPr lang="en-US" smtClean="0"/>
              <a:t>2/21/26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4A815BCB-A369-8E4A-865C-896EB16619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25420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0E65D-17F0-2B42-92DD-3F5A501D2FEF}" type="datetimeFigureOut">
              <a:rPr lang="en-US" smtClean="0"/>
              <a:t>2/21/26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15BCB-A369-8E4A-865C-896EB16619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79783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0E65D-17F0-2B42-92DD-3F5A501D2FEF}" type="datetimeFigureOut">
              <a:rPr lang="en-US" smtClean="0"/>
              <a:t>2/21/26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15BCB-A369-8E4A-865C-896EB16619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712718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0E65D-17F0-2B42-92DD-3F5A501D2FEF}" type="datetimeFigureOut">
              <a:rPr lang="en-US" smtClean="0"/>
              <a:t>2/21/26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15BCB-A369-8E4A-865C-896EB16619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957706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72C0E65D-17F0-2B42-92DD-3F5A501D2FEF}" type="datetimeFigureOut">
              <a:rPr lang="en-US" smtClean="0"/>
              <a:t>2/21/26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4A815BCB-A369-8E4A-865C-896EB16619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93458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C0E65D-17F0-2B42-92DD-3F5A501D2FEF}" type="datetimeFigureOut">
              <a:rPr lang="en-US" smtClean="0"/>
              <a:t>2/21/26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815BCB-A369-8E4A-865C-896EB16619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605654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55" r:id="rId1"/>
    <p:sldLayoutId id="2147483956" r:id="rId2"/>
    <p:sldLayoutId id="2147483957" r:id="rId3"/>
    <p:sldLayoutId id="2147483958" r:id="rId4"/>
    <p:sldLayoutId id="2147483959" r:id="rId5"/>
    <p:sldLayoutId id="2147483960" r:id="rId6"/>
    <p:sldLayoutId id="2147483961" r:id="rId7"/>
    <p:sldLayoutId id="2147483962" r:id="rId8"/>
    <p:sldLayoutId id="2147483963" r:id="rId9"/>
    <p:sldLayoutId id="2147483964" r:id="rId10"/>
    <p:sldLayoutId id="2147483965" r:id="rId11"/>
    <p:sldLayoutId id="2147483966" r:id="rId12"/>
    <p:sldLayoutId id="2147483967" r:id="rId13"/>
    <p:sldLayoutId id="2147483968" r:id="rId14"/>
    <p:sldLayoutId id="2147483969" r:id="rId15"/>
    <p:sldLayoutId id="2147483970" r:id="rId16"/>
    <p:sldLayoutId id="2147483971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A5296-4930-7A21-0415-2EB8974755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643468"/>
            <a:ext cx="6464594" cy="3439434"/>
          </a:xfrm>
          <a:effectLst>
            <a:outerShdw blurRad="88900" dist="38100" dir="2700000" algn="tl" rotWithShape="0">
              <a:prstClr val="black">
                <a:alpha val="30000"/>
              </a:prstClr>
            </a:outerShdw>
          </a:effectLst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7200" dirty="0"/>
              <a:t>Aura Platform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04BA00-F9D2-C9FD-26B1-3CA3297A7B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11086" y="4281714"/>
            <a:ext cx="8556981" cy="2409371"/>
          </a:xfrm>
          <a:effectLst>
            <a:outerShdw blurRad="88900" dist="38100" dir="2700000" algn="tl" rotWithShape="0">
              <a:prstClr val="black">
                <a:alpha val="30000"/>
              </a:prstClr>
            </a:outerShdw>
          </a:effectLst>
        </p:spPr>
        <p:txBody>
          <a:bodyPr vert="horz" lIns="91440" tIns="45720" rIns="91440" bIns="45720" rtlCol="0">
            <a:normAutofit fontScale="70000" lnSpcReduction="20000"/>
          </a:bodyPr>
          <a:lstStyle/>
          <a:p>
            <a:pPr algn="ctr"/>
            <a:r>
              <a:rPr lang="en-US" sz="24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Netflix-Inspired Intelligent Movie Streaming Web Application with </a:t>
            </a:r>
          </a:p>
          <a:p>
            <a:pPr algn="ctr"/>
            <a:r>
              <a:rPr lang="en-US" sz="24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Analytics &amp; Content Moderation</a:t>
            </a:r>
          </a:p>
          <a:p>
            <a:pPr algn="ctr"/>
            <a:endParaRPr lang="en-US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Presented by: Abhinav Mishra(12312442)</a:t>
            </a:r>
          </a:p>
          <a:p>
            <a:pPr algn="ctr"/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       Kumar Mayank(12326865)</a:t>
            </a:r>
          </a:p>
          <a:p>
            <a:pPr algn="ctr"/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                Akhand Pratap Singh(12306043)</a:t>
            </a:r>
          </a:p>
          <a:p>
            <a:pPr algn="ctr"/>
            <a:b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sz="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57426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92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118000"/>
                <a:satMod val="12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2A15EE-8352-4A27-4C0E-A4167DCC9E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/>
              <a:t>Project Overview</a:t>
            </a:r>
            <a:endParaRPr lang="en-US" sz="3200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A4A72CB-296B-E5D6-138A-57BBDB2BF31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88128430"/>
              </p:ext>
            </p:extLst>
          </p:nvPr>
        </p:nvGraphicFramePr>
        <p:xfrm>
          <a:off x="681037" y="2336800"/>
          <a:ext cx="10830641" cy="35988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600729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92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118000"/>
                <a:satMod val="12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4B80D7-2C17-B774-7FFC-CF4A2526F3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/>
              <a:t>Business Problem Addressed</a:t>
            </a:r>
            <a:endParaRPr lang="en-US" sz="3200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DA0382D-231A-6368-DC28-81255310CC3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48521169"/>
              </p:ext>
            </p:extLst>
          </p:nvPr>
        </p:nvGraphicFramePr>
        <p:xfrm>
          <a:off x="681037" y="2336800"/>
          <a:ext cx="10830641" cy="35988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179206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92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118000"/>
                <a:satMod val="12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E41C96-D9FC-B11B-54E7-3AC55A604A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/>
              <a:t>High-Level Solution Approach</a:t>
            </a:r>
            <a:endParaRPr lang="en-US" sz="3200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22B2C5B-4D5E-44E5-AF08-FB28AE5B6EC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83870682"/>
              </p:ext>
            </p:extLst>
          </p:nvPr>
        </p:nvGraphicFramePr>
        <p:xfrm>
          <a:off x="681037" y="2336800"/>
          <a:ext cx="10830641" cy="35988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917485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95A73-4E13-1511-92F3-A8E6F38D7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/>
              <a:t>Expected Outcomes</a:t>
            </a: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1118D7-A217-A0E8-3C57-6F47922DE0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Seamless movie discovery experience</a:t>
            </a:r>
          </a:p>
          <a:p>
            <a:r>
              <a:rPr lang="en-IN" dirty="0"/>
              <a:t>Increased user engagement via watchlists &amp; ratings</a:t>
            </a:r>
          </a:p>
          <a:p>
            <a:r>
              <a:rPr lang="en-IN" dirty="0"/>
              <a:t>Actionable analytics insights for supervisors</a:t>
            </a:r>
          </a:p>
          <a:p>
            <a:r>
              <a:rPr lang="en-IN" dirty="0"/>
              <a:t>Secure and modular scalable web application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690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92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118000"/>
                <a:satMod val="12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B74D02-7AF0-CC3E-6BFA-5E9C581B7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/>
              <a:t>Business Objectives</a:t>
            </a:r>
            <a:endParaRPr lang="en-US" sz="3200" dirty="0"/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30D1DAC9-718F-C200-6E04-EC3BB0AC9F2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23710090"/>
              </p:ext>
            </p:extLst>
          </p:nvPr>
        </p:nvGraphicFramePr>
        <p:xfrm>
          <a:off x="681037" y="2336800"/>
          <a:ext cx="10830641" cy="35988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142291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92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118000"/>
                <a:satMod val="12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8" name="Content Placeholder 2">
            <a:extLst>
              <a:ext uri="{FF2B5EF4-FFF2-40B4-BE49-F238E27FC236}">
                <a16:creationId xmlns:a16="http://schemas.microsoft.com/office/drawing/2014/main" id="{BE3257E9-B823-D671-5079-D98507E4D2A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48678258"/>
              </p:ext>
            </p:extLst>
          </p:nvPr>
        </p:nvGraphicFramePr>
        <p:xfrm>
          <a:off x="1127051" y="2083980"/>
          <a:ext cx="10266116" cy="443377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27634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92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118000"/>
                <a:satMod val="12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EBABDC-D06F-CD95-38CC-2819757625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9610" y="520995"/>
            <a:ext cx="3157870" cy="1456661"/>
          </a:xfrm>
        </p:spPr>
        <p:txBody>
          <a:bodyPr>
            <a:normAutofit/>
          </a:bodyPr>
          <a:lstStyle/>
          <a:p>
            <a:pPr algn="r"/>
            <a:r>
              <a:rPr lang="en-IN" sz="3200" dirty="0"/>
              <a:t>Solution Design</a:t>
            </a:r>
            <a:endParaRPr lang="en-US" sz="3200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57C674F-B410-9C85-BC09-74A9339C3A5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06769570"/>
              </p:ext>
            </p:extLst>
          </p:nvPr>
        </p:nvGraphicFramePr>
        <p:xfrm>
          <a:off x="1477926" y="2222204"/>
          <a:ext cx="9048308" cy="39960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126912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92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118000"/>
                <a:satMod val="12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805162-A7FC-5CBE-3A8D-290001B009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1" y="753228"/>
            <a:ext cx="4136123" cy="1080938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3200" b="1" kern="1200" dirty="0">
                <a:latin typeface="+mj-lt"/>
                <a:ea typeface="+mj-ea"/>
                <a:cs typeface="+mj-cs"/>
              </a:rPr>
              <a:t>Technology Stack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A3DB057B-272A-8FD3-2037-2C47D80698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1" y="2336873"/>
            <a:ext cx="3656289" cy="3599316"/>
          </a:xfrm>
        </p:spPr>
        <p:txBody>
          <a:bodyPr>
            <a:normAutofit/>
          </a:bodyPr>
          <a:lstStyle/>
          <a:p>
            <a:endParaRPr lang="en-US" sz="1400"/>
          </a:p>
        </p:txBody>
      </p:sp>
      <p:graphicFrame>
        <p:nvGraphicFramePr>
          <p:cNvPr id="7" name="Content Placeholder 3">
            <a:extLst>
              <a:ext uri="{FF2B5EF4-FFF2-40B4-BE49-F238E27FC236}">
                <a16:creationId xmlns:a16="http://schemas.microsoft.com/office/drawing/2014/main" id="{7283D549-0A9C-4D1A-991D-8DC2B4BFD5C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46770439"/>
              </p:ext>
            </p:extLst>
          </p:nvPr>
        </p:nvGraphicFramePr>
        <p:xfrm>
          <a:off x="425302" y="2179674"/>
          <a:ext cx="10260419" cy="4325712"/>
        </p:xfrm>
        <a:graphic>
          <a:graphicData uri="http://schemas.openxmlformats.org/drawingml/2006/table">
            <a:tbl>
              <a:tblPr>
                <a:tableStyleId>{8EC20E35-A176-4012-BC5E-935CFFF8708E}</a:tableStyleId>
              </a:tblPr>
              <a:tblGrid>
                <a:gridCol w="3760699">
                  <a:extLst>
                    <a:ext uri="{9D8B030D-6E8A-4147-A177-3AD203B41FA5}">
                      <a16:colId xmlns:a16="http://schemas.microsoft.com/office/drawing/2014/main" val="2416921396"/>
                    </a:ext>
                  </a:extLst>
                </a:gridCol>
                <a:gridCol w="6499720">
                  <a:extLst>
                    <a:ext uri="{9D8B030D-6E8A-4147-A177-3AD203B41FA5}">
                      <a16:colId xmlns:a16="http://schemas.microsoft.com/office/drawing/2014/main" val="3982031346"/>
                    </a:ext>
                  </a:extLst>
                </a:gridCol>
              </a:tblGrid>
              <a:tr h="4762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/>
                        <a:t>Layer</a:t>
                      </a:r>
                    </a:p>
                  </a:txBody>
                  <a:tcPr marL="131140" marR="131140" marT="65570" marB="6557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/>
                        <a:t>Technology</a:t>
                      </a:r>
                    </a:p>
                  </a:txBody>
                  <a:tcPr marL="131140" marR="131140" marT="65570" marB="65570" anchor="ctr"/>
                </a:tc>
                <a:extLst>
                  <a:ext uri="{0D108BD9-81ED-4DB2-BD59-A6C34878D82A}">
                    <a16:rowId xmlns:a16="http://schemas.microsoft.com/office/drawing/2014/main" val="916466305"/>
                  </a:ext>
                </a:extLst>
              </a:tr>
              <a:tr h="4762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/>
                        <a:t>Backend</a:t>
                      </a:r>
                    </a:p>
                  </a:txBody>
                  <a:tcPr marL="131140" marR="131140" marT="65570" marB="6557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/>
                        <a:t>Django 4.2.7 (Python)</a:t>
                      </a:r>
                    </a:p>
                  </a:txBody>
                  <a:tcPr marL="131140" marR="131140" marT="65570" marB="65570" anchor="ctr"/>
                </a:tc>
                <a:extLst>
                  <a:ext uri="{0D108BD9-81ED-4DB2-BD59-A6C34878D82A}">
                    <a16:rowId xmlns:a16="http://schemas.microsoft.com/office/drawing/2014/main" val="1055551586"/>
                  </a:ext>
                </a:extLst>
              </a:tr>
              <a:tr h="5807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/>
                        <a:t>Frontend</a:t>
                      </a:r>
                    </a:p>
                  </a:txBody>
                  <a:tcPr marL="131140" marR="131140" marT="65570" marB="6557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/>
                        <a:t>HTML5, CSS3, JavaScript</a:t>
                      </a:r>
                    </a:p>
                  </a:txBody>
                  <a:tcPr marL="131140" marR="131140" marT="65570" marB="65570" anchor="ctr"/>
                </a:tc>
                <a:extLst>
                  <a:ext uri="{0D108BD9-81ED-4DB2-BD59-A6C34878D82A}">
                    <a16:rowId xmlns:a16="http://schemas.microsoft.com/office/drawing/2014/main" val="842229886"/>
                  </a:ext>
                </a:extLst>
              </a:tr>
              <a:tr h="4762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/>
                        <a:t>Database</a:t>
                      </a:r>
                    </a:p>
                  </a:txBody>
                  <a:tcPr marL="131140" marR="131140" marT="65570" marB="6557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/>
                        <a:t>SQLite3</a:t>
                      </a:r>
                    </a:p>
                  </a:txBody>
                  <a:tcPr marL="131140" marR="131140" marT="65570" marB="65570" anchor="ctr"/>
                </a:tc>
                <a:extLst>
                  <a:ext uri="{0D108BD9-81ED-4DB2-BD59-A6C34878D82A}">
                    <a16:rowId xmlns:a16="http://schemas.microsoft.com/office/drawing/2014/main" val="3251816638"/>
                  </a:ext>
                </a:extLst>
              </a:tr>
              <a:tr h="5807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/>
                        <a:t>APIs</a:t>
                      </a:r>
                    </a:p>
                  </a:txBody>
                  <a:tcPr marL="131140" marR="131140" marT="65570" marB="6557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/>
                        <a:t>TMDB API, YouTube Data API</a:t>
                      </a:r>
                    </a:p>
                  </a:txBody>
                  <a:tcPr marL="131140" marR="131140" marT="65570" marB="65570" anchor="ctr"/>
                </a:tc>
                <a:extLst>
                  <a:ext uri="{0D108BD9-81ED-4DB2-BD59-A6C34878D82A}">
                    <a16:rowId xmlns:a16="http://schemas.microsoft.com/office/drawing/2014/main" val="1895637263"/>
                  </a:ext>
                </a:extLst>
              </a:tr>
              <a:tr h="4762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/>
                        <a:t>Server</a:t>
                      </a:r>
                    </a:p>
                  </a:txBody>
                  <a:tcPr marL="131140" marR="131140" marT="65570" marB="6557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/>
                        <a:t>Gunicorn</a:t>
                      </a:r>
                    </a:p>
                  </a:txBody>
                  <a:tcPr marL="131140" marR="131140" marT="65570" marB="65570" anchor="ctr"/>
                </a:tc>
                <a:extLst>
                  <a:ext uri="{0D108BD9-81ED-4DB2-BD59-A6C34878D82A}">
                    <a16:rowId xmlns:a16="http://schemas.microsoft.com/office/drawing/2014/main" val="2708317568"/>
                  </a:ext>
                </a:extLst>
              </a:tr>
              <a:tr h="4762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/>
                        <a:t>HTTP Client</a:t>
                      </a:r>
                    </a:p>
                  </a:txBody>
                  <a:tcPr marL="131140" marR="131140" marT="65570" marB="6557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/>
                        <a:t>requests + tenacity retry</a:t>
                      </a:r>
                    </a:p>
                  </a:txBody>
                  <a:tcPr marL="131140" marR="131140" marT="65570" marB="65570" anchor="ctr"/>
                </a:tc>
                <a:extLst>
                  <a:ext uri="{0D108BD9-81ED-4DB2-BD59-A6C34878D82A}">
                    <a16:rowId xmlns:a16="http://schemas.microsoft.com/office/drawing/2014/main" val="1982842236"/>
                  </a:ext>
                </a:extLst>
              </a:tr>
              <a:tr h="4762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/>
                        <a:t>Environment</a:t>
                      </a:r>
                    </a:p>
                  </a:txBody>
                  <a:tcPr marL="131140" marR="131140" marT="65570" marB="6557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 dirty="0"/>
                        <a:t>python-</a:t>
                      </a:r>
                      <a:r>
                        <a:rPr lang="en-IN" sz="2600" dirty="0" err="1"/>
                        <a:t>dotenv</a:t>
                      </a:r>
                      <a:endParaRPr lang="en-IN" sz="2600" dirty="0"/>
                    </a:p>
                  </a:txBody>
                  <a:tcPr marL="131140" marR="131140" marT="65570" marB="65570" anchor="ctr"/>
                </a:tc>
                <a:extLst>
                  <a:ext uri="{0D108BD9-81ED-4DB2-BD59-A6C34878D82A}">
                    <a16:rowId xmlns:a16="http://schemas.microsoft.com/office/drawing/2014/main" val="6543105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476177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25E9E8-0FA5-BDD3-4FBA-1254E5D117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2651" y="584792"/>
            <a:ext cx="3678865" cy="1414130"/>
          </a:xfrm>
        </p:spPr>
        <p:txBody>
          <a:bodyPr>
            <a:normAutofit/>
          </a:bodyPr>
          <a:lstStyle/>
          <a:p>
            <a:pPr algn="r"/>
            <a:r>
              <a:rPr lang="en-IN" sz="3200" dirty="0">
                <a:solidFill>
                  <a:srgbClr val="FFFFFF"/>
                </a:solidFill>
              </a:rPr>
              <a:t>Integration Points</a:t>
            </a:r>
            <a:endParaRPr lang="en-US" sz="3200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72A1D9-0ED5-846A-FDE7-A3984E531A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1358" y="2105247"/>
            <a:ext cx="10513999" cy="4058960"/>
          </a:xfrm>
        </p:spPr>
        <p:txBody>
          <a:bodyPr anchor="ctr">
            <a:normAutofit/>
          </a:bodyPr>
          <a:lstStyle/>
          <a:p>
            <a:r>
              <a:rPr lang="en-IN" sz="2000" dirty="0">
                <a:solidFill>
                  <a:srgbClr val="FFFFFF"/>
                </a:solidFill>
              </a:rPr>
              <a:t>TMDB API for:</a:t>
            </a:r>
          </a:p>
          <a:p>
            <a:pPr lvl="1"/>
            <a:r>
              <a:rPr lang="en-IN" dirty="0">
                <a:solidFill>
                  <a:srgbClr val="FFFFFF"/>
                </a:solidFill>
              </a:rPr>
              <a:t>Popular movies</a:t>
            </a:r>
          </a:p>
          <a:p>
            <a:pPr lvl="1"/>
            <a:r>
              <a:rPr lang="en-IN" dirty="0">
                <a:solidFill>
                  <a:srgbClr val="FFFFFF"/>
                </a:solidFill>
              </a:rPr>
              <a:t>Trending movies</a:t>
            </a:r>
          </a:p>
          <a:p>
            <a:pPr lvl="1"/>
            <a:r>
              <a:rPr lang="en-IN" dirty="0">
                <a:solidFill>
                  <a:srgbClr val="FFFFFF"/>
                </a:solidFill>
              </a:rPr>
              <a:t>Top-rated movies</a:t>
            </a:r>
          </a:p>
          <a:p>
            <a:pPr lvl="1"/>
            <a:r>
              <a:rPr lang="en-IN" dirty="0">
                <a:solidFill>
                  <a:srgbClr val="FFFFFF"/>
                </a:solidFill>
              </a:rPr>
              <a:t>Search functionality</a:t>
            </a:r>
          </a:p>
          <a:p>
            <a:pPr lvl="1"/>
            <a:r>
              <a:rPr lang="en-IN" dirty="0">
                <a:solidFill>
                  <a:srgbClr val="FFFFFF"/>
                </a:solidFill>
              </a:rPr>
              <a:t>Full movie metadata</a:t>
            </a:r>
          </a:p>
          <a:p>
            <a:r>
              <a:rPr lang="en-IN" sz="2000" dirty="0">
                <a:solidFill>
                  <a:srgbClr val="FFFFFF"/>
                </a:solidFill>
              </a:rPr>
              <a:t>YouTube Data API:</a:t>
            </a:r>
          </a:p>
          <a:p>
            <a:pPr lvl="1"/>
            <a:r>
              <a:rPr lang="en-IN" dirty="0">
                <a:solidFill>
                  <a:srgbClr val="FFFFFF"/>
                </a:solidFill>
              </a:rPr>
              <a:t>Trailer search</a:t>
            </a:r>
          </a:p>
          <a:p>
            <a:pPr lvl="1"/>
            <a:r>
              <a:rPr lang="en-IN" dirty="0">
                <a:solidFill>
                  <a:srgbClr val="FFFFFF"/>
                </a:solidFill>
              </a:rPr>
              <a:t>Embeddability validation</a:t>
            </a:r>
          </a:p>
          <a:p>
            <a:pPr lvl="1"/>
            <a:r>
              <a:rPr lang="en-IN" dirty="0">
                <a:solidFill>
                  <a:srgbClr val="FFFFFF"/>
                </a:solidFill>
              </a:rPr>
              <a:t>Caching trailer keys in DB</a:t>
            </a:r>
          </a:p>
          <a:p>
            <a:endParaRPr lang="en-US" sz="20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46102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92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118000"/>
                <a:satMod val="12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 descr="Abstract background">
            <a:extLst>
              <a:ext uri="{FF2B5EF4-FFF2-40B4-BE49-F238E27FC236}">
                <a16:creationId xmlns:a16="http://schemas.microsoft.com/office/drawing/2014/main" id="{3DDA6DC2-065B-D58E-63C4-4A3D2FB8C30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9470" r="9917"/>
          <a:stretch>
            <a:fillRect/>
          </a:stretch>
        </p:blipFill>
        <p:spPr>
          <a:xfrm>
            <a:off x="7547810" y="10"/>
            <a:ext cx="4641013" cy="6856310"/>
          </a:xfrm>
          <a:prstGeom prst="rect">
            <a:avLst/>
          </a:prstGeom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6E02BE9-C66D-668E-FBB5-AE03F0E248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061" y="763861"/>
            <a:ext cx="7087552" cy="1080938"/>
          </a:xfrm>
        </p:spPr>
        <p:txBody>
          <a:bodyPr>
            <a:normAutofit fontScale="90000"/>
          </a:bodyPr>
          <a:lstStyle/>
          <a:p>
            <a:br>
              <a:rPr lang="en-IN" sz="1700" b="1" dirty="0"/>
            </a:br>
            <a:r>
              <a:rPr lang="en-IN" sz="3200" b="1" dirty="0"/>
              <a:t>Key Features &amp; Modules</a:t>
            </a:r>
            <a:br>
              <a:rPr lang="en-IN" sz="3200" b="1" dirty="0"/>
            </a:br>
            <a:r>
              <a:rPr lang="en-IN" sz="3200" b="1" dirty="0"/>
              <a:t>Core Functionalities</a:t>
            </a:r>
            <a:br>
              <a:rPr lang="en-IN" sz="3200" b="1" dirty="0"/>
            </a:b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68EA6A-9C37-E726-9BF9-FAA4E8C9B2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1" y="2336873"/>
            <a:ext cx="6423211" cy="3599316"/>
          </a:xfrm>
        </p:spPr>
        <p:txBody>
          <a:bodyPr>
            <a:normAutofit/>
          </a:bodyPr>
          <a:lstStyle/>
          <a:p>
            <a:r>
              <a:rPr lang="en-IN" sz="2000"/>
              <a:t>Movie discovery (Trending, Popular, Top Rated, Upcoming)</a:t>
            </a:r>
          </a:p>
          <a:p>
            <a:r>
              <a:rPr lang="en-IN" sz="2000"/>
              <a:t>Real-time search</a:t>
            </a:r>
          </a:p>
          <a:p>
            <a:r>
              <a:rPr lang="en-IN" sz="2000"/>
              <a:t>Movie detail page with full metadata</a:t>
            </a:r>
          </a:p>
          <a:p>
            <a:r>
              <a:rPr lang="en-IN" sz="2000"/>
              <a:t>Watchlist management (AJAX-based)</a:t>
            </a:r>
          </a:p>
          <a:p>
            <a:r>
              <a:rPr lang="en-IN" sz="2000"/>
              <a:t>Rating &amp; review submission (1–10 scale)</a:t>
            </a:r>
          </a:p>
          <a:p>
            <a:r>
              <a:rPr lang="en-IN" sz="2000"/>
              <a:t>Trailer embedding with validation</a:t>
            </a:r>
          </a:p>
          <a:p>
            <a:r>
              <a:rPr lang="en-IN" sz="2000"/>
              <a:t>View tracking &amp; analytics</a:t>
            </a:r>
          </a:p>
          <a:p>
            <a:r>
              <a:rPr lang="en-IN" sz="2000"/>
              <a:t>Content moderation (Hide/Unhide movies)</a:t>
            </a:r>
          </a:p>
          <a:p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23652937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765109-10DD-9892-C35F-D0D22E89EF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959" y="661106"/>
            <a:ext cx="6156250" cy="1412243"/>
          </a:xfrm>
        </p:spPr>
        <p:txBody>
          <a:bodyPr>
            <a:normAutofit/>
          </a:bodyPr>
          <a:lstStyle/>
          <a:p>
            <a:pPr algn="r"/>
            <a:r>
              <a:rPr lang="en-IN" b="1" dirty="0">
                <a:solidFill>
                  <a:srgbClr val="FFFFFF"/>
                </a:solidFill>
              </a:rPr>
              <a:t>User Roles &amp; Permissions</a:t>
            </a:r>
            <a:br>
              <a:rPr lang="en-IN" sz="4400" b="1" dirty="0">
                <a:solidFill>
                  <a:srgbClr val="FFFFFF"/>
                </a:solidFill>
              </a:rPr>
            </a:br>
            <a:endParaRPr lang="en-US" sz="4400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A42B85-1A3B-2AA7-1BAD-61E036F25E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3526" y="2402957"/>
            <a:ext cx="10981831" cy="4263655"/>
          </a:xfrm>
        </p:spPr>
        <p:txBody>
          <a:bodyPr anchor="ctr">
            <a:normAutofit fontScale="85000" lnSpcReduction="20000"/>
          </a:bodyPr>
          <a:lstStyle/>
          <a:p>
            <a:r>
              <a:rPr lang="en-IN" sz="1900" b="1" dirty="0">
                <a:solidFill>
                  <a:srgbClr val="FFFFFF"/>
                </a:solidFill>
              </a:rPr>
              <a:t>Regular Users</a:t>
            </a:r>
            <a:endParaRPr lang="en-IN" sz="1900" dirty="0">
              <a:solidFill>
                <a:srgbClr val="FFFFFF"/>
              </a:solidFill>
            </a:endParaRPr>
          </a:p>
          <a:p>
            <a:r>
              <a:rPr lang="en-IN" sz="1900" dirty="0">
                <a:solidFill>
                  <a:srgbClr val="FFFFFF"/>
                </a:solidFill>
              </a:rPr>
              <a:t>Register &amp; Login</a:t>
            </a:r>
          </a:p>
          <a:p>
            <a:r>
              <a:rPr lang="en-IN" sz="1900" dirty="0">
                <a:solidFill>
                  <a:srgbClr val="FFFFFF"/>
                </a:solidFill>
              </a:rPr>
              <a:t>Browse movies</a:t>
            </a:r>
          </a:p>
          <a:p>
            <a:r>
              <a:rPr lang="en-IN" sz="1900" dirty="0">
                <a:solidFill>
                  <a:srgbClr val="FFFFFF"/>
                </a:solidFill>
              </a:rPr>
              <a:t>Add to watchlist</a:t>
            </a:r>
          </a:p>
          <a:p>
            <a:r>
              <a:rPr lang="en-IN" sz="1900" dirty="0">
                <a:solidFill>
                  <a:srgbClr val="FFFFFF"/>
                </a:solidFill>
              </a:rPr>
              <a:t>Submit ratings &amp; reviews</a:t>
            </a:r>
          </a:p>
          <a:p>
            <a:r>
              <a:rPr lang="en-IN" sz="1900" dirty="0">
                <a:solidFill>
                  <a:srgbClr val="FFFFFF"/>
                </a:solidFill>
              </a:rPr>
              <a:t>View trailers</a:t>
            </a:r>
          </a:p>
          <a:p>
            <a:r>
              <a:rPr lang="en-IN" sz="1900" dirty="0">
                <a:solidFill>
                  <a:srgbClr val="FFFFFF"/>
                </a:solidFill>
              </a:rPr>
              <a:t>Access profile stats</a:t>
            </a:r>
          </a:p>
          <a:p>
            <a:r>
              <a:rPr lang="en-IN" sz="1900" b="1" dirty="0">
                <a:solidFill>
                  <a:srgbClr val="FFFFFF"/>
                </a:solidFill>
              </a:rPr>
              <a:t>Supervisors (Staff Users)</a:t>
            </a:r>
            <a:endParaRPr lang="en-IN" sz="1900" dirty="0">
              <a:solidFill>
                <a:srgbClr val="FFFFFF"/>
              </a:solidFill>
            </a:endParaRPr>
          </a:p>
          <a:p>
            <a:r>
              <a:rPr lang="en-IN" sz="1900" dirty="0">
                <a:solidFill>
                  <a:srgbClr val="FFFFFF"/>
                </a:solidFill>
              </a:rPr>
              <a:t>All user capabilities</a:t>
            </a:r>
          </a:p>
          <a:p>
            <a:r>
              <a:rPr lang="en-IN" sz="1900" dirty="0">
                <a:solidFill>
                  <a:srgbClr val="FFFFFF"/>
                </a:solidFill>
              </a:rPr>
              <a:t>Access Supervisor Portal</a:t>
            </a:r>
          </a:p>
          <a:p>
            <a:r>
              <a:rPr lang="en-IN" sz="1900" dirty="0">
                <a:solidFill>
                  <a:srgbClr val="FFFFFF"/>
                </a:solidFill>
              </a:rPr>
              <a:t>View analytics dashboard</a:t>
            </a:r>
          </a:p>
          <a:p>
            <a:r>
              <a:rPr lang="en-IN" sz="1900" dirty="0">
                <a:solidFill>
                  <a:srgbClr val="FFFFFF"/>
                </a:solidFill>
              </a:rPr>
              <a:t>Hide/Unhide movies</a:t>
            </a:r>
          </a:p>
          <a:p>
            <a:r>
              <a:rPr lang="en-IN" sz="1900" dirty="0">
                <a:solidFill>
                  <a:srgbClr val="FFFFFF"/>
                </a:solidFill>
              </a:rPr>
              <a:t>View traffic logs</a:t>
            </a:r>
          </a:p>
          <a:p>
            <a:r>
              <a:rPr lang="en-IN" sz="1900" dirty="0">
                <a:solidFill>
                  <a:srgbClr val="FFFFFF"/>
                </a:solidFill>
              </a:rPr>
              <a:t>Manage content via Django Admin</a:t>
            </a:r>
          </a:p>
          <a:p>
            <a:endParaRPr lang="en-US" sz="19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59047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92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118000"/>
                <a:satMod val="12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EF39281-F5EF-C692-3E4D-8B3AE23DFA0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58218941"/>
              </p:ext>
            </p:extLst>
          </p:nvPr>
        </p:nvGraphicFramePr>
        <p:xfrm>
          <a:off x="681037" y="2336800"/>
          <a:ext cx="10830641" cy="35988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432199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797CC-C559-A82F-681C-E8A4001397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1" y="661106"/>
            <a:ext cx="3739279" cy="1284652"/>
          </a:xfrm>
        </p:spPr>
        <p:txBody>
          <a:bodyPr>
            <a:normAutofit/>
          </a:bodyPr>
          <a:lstStyle/>
          <a:p>
            <a:pPr algn="r"/>
            <a:r>
              <a:rPr lang="en-IN" sz="3700" dirty="0">
                <a:solidFill>
                  <a:srgbClr val="FFFFFF"/>
                </a:solidFill>
              </a:rPr>
              <a:t>Implementation Plan</a:t>
            </a:r>
            <a:endParaRPr lang="en-US" sz="3700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F7EA36-B383-1CCA-6EF8-0A82C3A60D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9729" y="2275367"/>
            <a:ext cx="11045627" cy="4338083"/>
          </a:xfrm>
        </p:spPr>
        <p:txBody>
          <a:bodyPr anchor="ctr">
            <a:normAutofit fontScale="85000" lnSpcReduction="20000"/>
          </a:bodyPr>
          <a:lstStyle/>
          <a:p>
            <a:r>
              <a:rPr lang="en-IN" sz="1700" b="1" dirty="0">
                <a:solidFill>
                  <a:srgbClr val="FFFFFF"/>
                </a:solidFill>
              </a:rPr>
              <a:t>Project Timeline</a:t>
            </a:r>
          </a:p>
          <a:p>
            <a:r>
              <a:rPr lang="en-IN" sz="1700" b="1" dirty="0">
                <a:solidFill>
                  <a:srgbClr val="FFFFFF"/>
                </a:solidFill>
              </a:rPr>
              <a:t>Phase 1: Requirement Analysis</a:t>
            </a:r>
          </a:p>
          <a:p>
            <a:r>
              <a:rPr lang="en-IN" sz="1700" dirty="0">
                <a:solidFill>
                  <a:srgbClr val="FFFFFF"/>
                </a:solidFill>
              </a:rPr>
              <a:t>Define core features</a:t>
            </a:r>
          </a:p>
          <a:p>
            <a:r>
              <a:rPr lang="en-IN" sz="1700" dirty="0">
                <a:solidFill>
                  <a:srgbClr val="FFFFFF"/>
                </a:solidFill>
              </a:rPr>
              <a:t>Identify API integrations</a:t>
            </a:r>
          </a:p>
          <a:p>
            <a:r>
              <a:rPr lang="en-IN" sz="1700" dirty="0">
                <a:solidFill>
                  <a:srgbClr val="FFFFFF"/>
                </a:solidFill>
              </a:rPr>
              <a:t>Design database schema</a:t>
            </a:r>
          </a:p>
          <a:p>
            <a:r>
              <a:rPr lang="en-IN" sz="1700" b="1" dirty="0">
                <a:solidFill>
                  <a:srgbClr val="FFFFFF"/>
                </a:solidFill>
              </a:rPr>
              <a:t>Phase 2: Backend Development</a:t>
            </a:r>
          </a:p>
          <a:p>
            <a:r>
              <a:rPr lang="en-IN" sz="1700" dirty="0">
                <a:solidFill>
                  <a:srgbClr val="FFFFFF"/>
                </a:solidFill>
              </a:rPr>
              <a:t>Django project setup</a:t>
            </a:r>
          </a:p>
          <a:p>
            <a:r>
              <a:rPr lang="en-IN" sz="1700" dirty="0">
                <a:solidFill>
                  <a:srgbClr val="FFFFFF"/>
                </a:solidFill>
              </a:rPr>
              <a:t>Model creation (4 models)</a:t>
            </a:r>
          </a:p>
          <a:p>
            <a:r>
              <a:rPr lang="en-IN" sz="1700" dirty="0">
                <a:solidFill>
                  <a:srgbClr val="FFFFFF"/>
                </a:solidFill>
              </a:rPr>
              <a:t>API service integration</a:t>
            </a:r>
          </a:p>
          <a:p>
            <a:r>
              <a:rPr lang="en-IN" sz="1700" dirty="0">
                <a:solidFill>
                  <a:srgbClr val="FFFFFF"/>
                </a:solidFill>
              </a:rPr>
              <a:t>View development</a:t>
            </a:r>
          </a:p>
          <a:p>
            <a:r>
              <a:rPr lang="en-IN" sz="1700" b="1" dirty="0">
                <a:solidFill>
                  <a:srgbClr val="FFFFFF"/>
                </a:solidFill>
              </a:rPr>
              <a:t>Phase 3: Frontend Development</a:t>
            </a:r>
          </a:p>
          <a:p>
            <a:r>
              <a:rPr lang="en-IN" sz="1700" dirty="0">
                <a:solidFill>
                  <a:srgbClr val="FFFFFF"/>
                </a:solidFill>
              </a:rPr>
              <a:t>Dark theme UI design</a:t>
            </a:r>
          </a:p>
          <a:p>
            <a:r>
              <a:rPr lang="en-IN" sz="1700" dirty="0" err="1">
                <a:solidFill>
                  <a:srgbClr val="FFFFFF"/>
                </a:solidFill>
              </a:rPr>
              <a:t>Glassmorphism</a:t>
            </a:r>
            <a:r>
              <a:rPr lang="en-IN" sz="1700" dirty="0">
                <a:solidFill>
                  <a:srgbClr val="FFFFFF"/>
                </a:solidFill>
              </a:rPr>
              <a:t> styling</a:t>
            </a:r>
          </a:p>
          <a:p>
            <a:r>
              <a:rPr lang="en-IN" sz="1700" dirty="0">
                <a:solidFill>
                  <a:srgbClr val="FFFFFF"/>
                </a:solidFill>
              </a:rPr>
              <a:t>Responsive layout</a:t>
            </a:r>
          </a:p>
          <a:p>
            <a:r>
              <a:rPr lang="en-IN" sz="1700" dirty="0">
                <a:solidFill>
                  <a:srgbClr val="FFFFFF"/>
                </a:solidFill>
              </a:rPr>
              <a:t>AJAX integration</a:t>
            </a:r>
          </a:p>
          <a:p>
            <a:endParaRPr lang="en-US" sz="17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93021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92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118000"/>
                <a:satMod val="12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46C3D69-C7E2-DBE1-4EB7-C77B4EEC70C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39611857"/>
              </p:ext>
            </p:extLst>
          </p:nvPr>
        </p:nvGraphicFramePr>
        <p:xfrm>
          <a:off x="681037" y="2336800"/>
          <a:ext cx="10830641" cy="35988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097525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92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118000"/>
                <a:satMod val="12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F345A-7A51-C78E-0148-C54FC63186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/>
              <a:t>Risk Management</a:t>
            </a:r>
            <a:endParaRPr lang="en-US" sz="3200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AEAE643-A90B-7EAC-5B86-F0416DA1CC4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89327784"/>
              </p:ext>
            </p:extLst>
          </p:nvPr>
        </p:nvGraphicFramePr>
        <p:xfrm>
          <a:off x="681038" y="2427478"/>
          <a:ext cx="9433453" cy="316066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856971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02A95E-DE59-AAE0-B35B-19F0C3CE56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7713" y="552893"/>
            <a:ext cx="2158408" cy="1435395"/>
          </a:xfrm>
        </p:spPr>
        <p:txBody>
          <a:bodyPr>
            <a:normAutofit/>
          </a:bodyPr>
          <a:lstStyle/>
          <a:p>
            <a:pPr algn="r"/>
            <a:r>
              <a:rPr lang="en-IN" sz="3200" dirty="0">
                <a:solidFill>
                  <a:srgbClr val="FFFFFF"/>
                </a:solidFill>
              </a:rPr>
              <a:t>Conclusion</a:t>
            </a:r>
            <a:endParaRPr lang="en-US" sz="3200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773010-2D37-0DF3-2AF7-EE6890B0ED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1871" y="2371060"/>
            <a:ext cx="9027042" cy="4284922"/>
          </a:xfrm>
        </p:spPr>
        <p:txBody>
          <a:bodyPr anchor="ctr">
            <a:normAutofit fontScale="92500" lnSpcReduction="20000"/>
          </a:bodyPr>
          <a:lstStyle/>
          <a:p>
            <a:r>
              <a:rPr lang="en-IN" sz="2000" b="1" dirty="0">
                <a:solidFill>
                  <a:srgbClr val="FFFFFF"/>
                </a:solidFill>
              </a:rPr>
              <a:t>Next Steps</a:t>
            </a:r>
          </a:p>
          <a:p>
            <a:r>
              <a:rPr lang="en-IN" sz="2000" dirty="0">
                <a:solidFill>
                  <a:srgbClr val="FFFFFF"/>
                </a:solidFill>
              </a:rPr>
              <a:t>Deploy on cloud infrastructure</a:t>
            </a:r>
          </a:p>
          <a:p>
            <a:r>
              <a:rPr lang="en-IN" sz="2000" dirty="0">
                <a:solidFill>
                  <a:srgbClr val="FFFFFF"/>
                </a:solidFill>
              </a:rPr>
              <a:t>Switch SQLite → PostgreSQL</a:t>
            </a:r>
          </a:p>
          <a:p>
            <a:r>
              <a:rPr lang="en-IN" sz="2000" dirty="0">
                <a:solidFill>
                  <a:srgbClr val="FFFFFF"/>
                </a:solidFill>
              </a:rPr>
              <a:t>Add caching (Redis)</a:t>
            </a:r>
          </a:p>
          <a:p>
            <a:r>
              <a:rPr lang="en-IN" sz="2000" dirty="0">
                <a:solidFill>
                  <a:srgbClr val="FFFFFF"/>
                </a:solidFill>
              </a:rPr>
              <a:t>Implement recommendation engine</a:t>
            </a:r>
          </a:p>
          <a:p>
            <a:r>
              <a:rPr lang="en-IN" sz="2000" dirty="0">
                <a:solidFill>
                  <a:srgbClr val="FFFFFF"/>
                </a:solidFill>
              </a:rPr>
              <a:t>Add payment gateway for subscriptions</a:t>
            </a:r>
          </a:p>
          <a:p>
            <a:r>
              <a:rPr lang="en-IN" sz="2000" dirty="0">
                <a:solidFill>
                  <a:srgbClr val="FFFFFF"/>
                </a:solidFill>
              </a:rPr>
              <a:t>Enable multi-language support</a:t>
            </a:r>
          </a:p>
          <a:p>
            <a:br>
              <a:rPr lang="en-IN" sz="2000" dirty="0">
                <a:solidFill>
                  <a:srgbClr val="FFFFFF"/>
                </a:solidFill>
              </a:rPr>
            </a:br>
            <a:endParaRPr lang="en-IN" sz="2000" dirty="0">
              <a:solidFill>
                <a:srgbClr val="FFFFFF"/>
              </a:solidFill>
            </a:endParaRPr>
          </a:p>
          <a:p>
            <a:r>
              <a:rPr lang="en-IN" sz="2000" b="1" dirty="0">
                <a:solidFill>
                  <a:srgbClr val="FFFFFF"/>
                </a:solidFill>
              </a:rPr>
              <a:t>Approval Requirements</a:t>
            </a:r>
          </a:p>
          <a:p>
            <a:r>
              <a:rPr lang="en-IN" sz="2000" dirty="0">
                <a:solidFill>
                  <a:srgbClr val="FFFFFF"/>
                </a:solidFill>
              </a:rPr>
              <a:t>Supervisor/Faculty approval</a:t>
            </a:r>
          </a:p>
          <a:p>
            <a:r>
              <a:rPr lang="en-IN" sz="2000" dirty="0">
                <a:solidFill>
                  <a:srgbClr val="FFFFFF"/>
                </a:solidFill>
              </a:rPr>
              <a:t>Infrastructure approval (if deployed)</a:t>
            </a:r>
          </a:p>
          <a:p>
            <a:r>
              <a:rPr lang="en-IN" sz="2000" dirty="0">
                <a:solidFill>
                  <a:srgbClr val="FFFFFF"/>
                </a:solidFill>
              </a:rPr>
              <a:t>API production credentials</a:t>
            </a:r>
          </a:p>
          <a:p>
            <a:endParaRPr lang="en-US" sz="20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10352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00E46C-3AA8-0E60-0B61-F3A092CEEA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406" y="2094614"/>
            <a:ext cx="11151952" cy="4763386"/>
          </a:xfrm>
        </p:spPr>
        <p:txBody>
          <a:bodyPr anchor="ctr">
            <a:normAutofit fontScale="92500" lnSpcReduction="20000"/>
          </a:bodyPr>
          <a:lstStyle/>
          <a:p>
            <a:r>
              <a:rPr lang="en-IN" sz="1600" b="1" dirty="0">
                <a:solidFill>
                  <a:srgbClr val="FFFFFF"/>
                </a:solidFill>
              </a:rPr>
              <a:t>Resource Allocation</a:t>
            </a:r>
          </a:p>
          <a:p>
            <a:r>
              <a:rPr lang="en-IN" sz="1600" dirty="0">
                <a:solidFill>
                  <a:srgbClr val="FFFFFF"/>
                </a:solidFill>
              </a:rPr>
              <a:t>Backend Developer</a:t>
            </a:r>
          </a:p>
          <a:p>
            <a:r>
              <a:rPr lang="en-IN" sz="1600" dirty="0">
                <a:solidFill>
                  <a:srgbClr val="FFFFFF"/>
                </a:solidFill>
              </a:rPr>
              <a:t>Frontend Designer</a:t>
            </a:r>
          </a:p>
          <a:p>
            <a:r>
              <a:rPr lang="en-IN" sz="1600" dirty="0">
                <a:solidFill>
                  <a:srgbClr val="FFFFFF"/>
                </a:solidFill>
              </a:rPr>
              <a:t>QA Testing</a:t>
            </a:r>
          </a:p>
          <a:p>
            <a:r>
              <a:rPr lang="en-IN" sz="1600" dirty="0">
                <a:solidFill>
                  <a:srgbClr val="FFFFFF"/>
                </a:solidFill>
              </a:rPr>
              <a:t>DevOps (for deployment)</a:t>
            </a:r>
          </a:p>
          <a:p>
            <a:br>
              <a:rPr lang="en-IN" sz="1600" dirty="0">
                <a:solidFill>
                  <a:srgbClr val="FFFFFF"/>
                </a:solidFill>
              </a:rPr>
            </a:br>
            <a:endParaRPr lang="en-IN" sz="1600" dirty="0">
              <a:solidFill>
                <a:srgbClr val="FFFFFF"/>
              </a:solidFill>
            </a:endParaRPr>
          </a:p>
          <a:p>
            <a:r>
              <a:rPr lang="en-IN" sz="1600" b="1" dirty="0">
                <a:solidFill>
                  <a:srgbClr val="FFFFFF"/>
                </a:solidFill>
              </a:rPr>
              <a:t>Project </a:t>
            </a:r>
            <a:r>
              <a:rPr lang="en-IN" sz="1600" b="1" dirty="0" err="1">
                <a:solidFill>
                  <a:srgbClr val="FFFFFF"/>
                </a:solidFill>
              </a:rPr>
              <a:t>Kickoff</a:t>
            </a:r>
            <a:endParaRPr lang="en-IN" sz="1600" b="1" dirty="0">
              <a:solidFill>
                <a:srgbClr val="FFFFFF"/>
              </a:solidFill>
            </a:endParaRPr>
          </a:p>
          <a:p>
            <a:r>
              <a:rPr lang="en-IN" sz="1600" dirty="0">
                <a:solidFill>
                  <a:srgbClr val="FFFFFF"/>
                </a:solidFill>
              </a:rPr>
              <a:t>Project completed successfully with:</a:t>
            </a:r>
          </a:p>
          <a:p>
            <a:r>
              <a:rPr lang="en-IN" sz="1600" dirty="0">
                <a:solidFill>
                  <a:srgbClr val="FFFFFF"/>
                </a:solidFill>
              </a:rPr>
              <a:t>2 Django apps</a:t>
            </a:r>
          </a:p>
          <a:p>
            <a:r>
              <a:rPr lang="en-IN" sz="1600" dirty="0">
                <a:solidFill>
                  <a:srgbClr val="FFFFFF"/>
                </a:solidFill>
              </a:rPr>
              <a:t>4 database models</a:t>
            </a:r>
          </a:p>
          <a:p>
            <a:r>
              <a:rPr lang="en-IN" sz="1600" dirty="0">
                <a:solidFill>
                  <a:srgbClr val="FFFFFF"/>
                </a:solidFill>
              </a:rPr>
              <a:t>14+ view functions</a:t>
            </a:r>
          </a:p>
          <a:p>
            <a:r>
              <a:rPr lang="en-IN" sz="1600" dirty="0">
                <a:solidFill>
                  <a:srgbClr val="FFFFFF"/>
                </a:solidFill>
              </a:rPr>
              <a:t>14 HTML templates</a:t>
            </a:r>
          </a:p>
          <a:p>
            <a:r>
              <a:rPr lang="en-IN" sz="1600" dirty="0">
                <a:solidFill>
                  <a:srgbClr val="FFFFFF"/>
                </a:solidFill>
              </a:rPr>
              <a:t>666 lines custom CSS</a:t>
            </a:r>
          </a:p>
          <a:p>
            <a:r>
              <a:rPr lang="en-IN" sz="1600" dirty="0">
                <a:solidFill>
                  <a:srgbClr val="FFFFFF"/>
                </a:solidFill>
              </a:rPr>
              <a:t>Real-time API integration</a:t>
            </a:r>
          </a:p>
          <a:p>
            <a:r>
              <a:rPr lang="en-IN" sz="1600" dirty="0">
                <a:solidFill>
                  <a:srgbClr val="FFFFFF"/>
                </a:solidFill>
              </a:rPr>
              <a:t>Supervisor analytics dashboard</a:t>
            </a:r>
          </a:p>
          <a:p>
            <a:endParaRPr lang="en-US" sz="16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19531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92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118000"/>
                <a:satMod val="12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5275474-0B63-672A-D0E1-A810814AD45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398" r="47526" b="-2"/>
          <a:stretch>
            <a:fillRect/>
          </a:stretch>
        </p:blipFill>
        <p:spPr>
          <a:xfrm>
            <a:off x="7547810" y="10"/>
            <a:ext cx="4641013" cy="6856310"/>
          </a:xfrm>
          <a:prstGeom prst="rect">
            <a:avLst/>
          </a:prstGeom>
          <a:ln>
            <a:noFill/>
          </a:ln>
          <a:effectLst/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EE0711-96DA-A649-FD4D-D2737262DD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1" y="2336873"/>
            <a:ext cx="6423211" cy="3599316"/>
          </a:xfrm>
        </p:spPr>
        <p:txBody>
          <a:bodyPr>
            <a:normAutofit/>
          </a:bodyPr>
          <a:lstStyle/>
          <a:p>
            <a:r>
              <a:rPr lang="en-IN" sz="2000" b="1"/>
              <a:t>Aura Platform demonstrates how modern OTT platforms combine real-time APIs, analytics, secure authentication, and scalable backend architecture to deliver intelligent streaming experiences.</a:t>
            </a:r>
            <a:endParaRPr lang="en-IN" sz="2000"/>
          </a:p>
          <a:p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495126298"/>
      </p:ext>
    </p:extLst>
  </p:cSld>
  <p:clrMapOvr>
    <a:masterClrMapping/>
  </p:clrMapOvr>
</p:sld>
</file>

<file path=ppt/theme/theme1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1F8094"/>
      </a:dk2>
      <a:lt2>
        <a:srgbClr val="E7E6E6"/>
      </a:lt2>
      <a:accent1>
        <a:srgbClr val="39CDE7"/>
      </a:accent1>
      <a:accent2>
        <a:srgbClr val="60DE72"/>
      </a:accent2>
      <a:accent3>
        <a:srgbClr val="DDCC64"/>
      </a:accent3>
      <a:accent4>
        <a:srgbClr val="F49D50"/>
      </a:accent4>
      <a:accent5>
        <a:srgbClr val="E44951"/>
      </a:accent5>
      <a:accent6>
        <a:srgbClr val="D666F9"/>
      </a:accent6>
      <a:hlink>
        <a:srgbClr val="4BF7ED"/>
      </a:hlink>
      <a:folHlink>
        <a:srgbClr val="95E9F4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92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118000"/>
                <a:satMod val="12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7DC10E3-4FF5-456B-A359-A0F378C1E5F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Berlin</Template>
  <TotalTime>51</TotalTime>
  <Words>908</Words>
  <Application>Microsoft Macintosh PowerPoint</Application>
  <PresentationFormat>Widescreen</PresentationFormat>
  <Paragraphs>215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Trebuchet MS</vt:lpstr>
      <vt:lpstr>Berlin</vt:lpstr>
      <vt:lpstr>Aura Platform</vt:lpstr>
      <vt:lpstr>Project Overview</vt:lpstr>
      <vt:lpstr>Business Problem Addressed</vt:lpstr>
      <vt:lpstr>High-Level Solution Approach</vt:lpstr>
      <vt:lpstr>Expected Outcomes</vt:lpstr>
      <vt:lpstr>Business Objectives</vt:lpstr>
      <vt:lpstr>PowerPoint Presentation</vt:lpstr>
      <vt:lpstr>Solution Design</vt:lpstr>
      <vt:lpstr>Technology Stack</vt:lpstr>
      <vt:lpstr>Integration Points</vt:lpstr>
      <vt:lpstr> Key Features &amp; Modules Core Functionalities </vt:lpstr>
      <vt:lpstr>User Roles &amp; Permissions </vt:lpstr>
      <vt:lpstr>PowerPoint Presentation</vt:lpstr>
      <vt:lpstr>Implementation Plan</vt:lpstr>
      <vt:lpstr>PowerPoint Presentation</vt:lpstr>
      <vt:lpstr>Risk Management</vt:lpstr>
      <vt:lpstr>Conclusion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Abhinav mishra</dc:creator>
  <cp:lastModifiedBy>Abhinav mishra</cp:lastModifiedBy>
  <cp:revision>3</cp:revision>
  <dcterms:created xsi:type="dcterms:W3CDTF">2026-02-20T11:16:17Z</dcterms:created>
  <dcterms:modified xsi:type="dcterms:W3CDTF">2026-02-21T05:35:23Z</dcterms:modified>
</cp:coreProperties>
</file>